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1"/>
  </p:sldMasterIdLst>
  <p:sldIdLst>
    <p:sldId id="259" r:id="rId2"/>
    <p:sldId id="258" r:id="rId3"/>
    <p:sldId id="260" r:id="rId4"/>
    <p:sldId id="261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1" r:id="rId13"/>
    <p:sldId id="270" r:id="rId14"/>
    <p:sldId id="27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A147"/>
    <a:srgbClr val="B54C2D"/>
    <a:srgbClr val="B66952"/>
    <a:srgbClr val="B56D45"/>
    <a:srgbClr val="DF98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993C043-6E87-402B-B48A-B97380A85439}" v="45" dt="2025-11-01T18:48:13.7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84" d="100"/>
          <a:sy n="84" d="100"/>
        </p:scale>
        <p:origin x="90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ndokuhle Nkambule" userId="27b39ed626fc607e" providerId="LiveId" clId="{4A43E7DC-91E5-4F9B-B73E-5F111DAD17EF}"/>
    <pc:docChg chg="undo custSel addSld delSld modSld sldOrd">
      <pc:chgData name="Lindokuhle Nkambule" userId="27b39ed626fc607e" providerId="LiveId" clId="{4A43E7DC-91E5-4F9B-B73E-5F111DAD17EF}" dt="2025-11-01T18:53:31.157" v="1329" actId="20577"/>
      <pc:docMkLst>
        <pc:docMk/>
      </pc:docMkLst>
      <pc:sldChg chg="addSp delSp mod">
        <pc:chgData name="Lindokuhle Nkambule" userId="27b39ed626fc607e" providerId="LiveId" clId="{4A43E7DC-91E5-4F9B-B73E-5F111DAD17EF}" dt="2025-10-30T13:37:41.935" v="433"/>
        <pc:sldMkLst>
          <pc:docMk/>
          <pc:sldMk cId="633738316" sldId="259"/>
        </pc:sldMkLst>
      </pc:sldChg>
      <pc:sldChg chg="modSp mod">
        <pc:chgData name="Lindokuhle Nkambule" userId="27b39ed626fc607e" providerId="LiveId" clId="{4A43E7DC-91E5-4F9B-B73E-5F111DAD17EF}" dt="2025-10-30T16:45:35.567" v="564" actId="20577"/>
        <pc:sldMkLst>
          <pc:docMk/>
          <pc:sldMk cId="1146765171" sldId="260"/>
        </pc:sldMkLst>
        <pc:spChg chg="mod">
          <ac:chgData name="Lindokuhle Nkambule" userId="27b39ed626fc607e" providerId="LiveId" clId="{4A43E7DC-91E5-4F9B-B73E-5F111DAD17EF}" dt="2025-10-30T16:45:35.567" v="564" actId="20577"/>
          <ac:spMkLst>
            <pc:docMk/>
            <pc:sldMk cId="1146765171" sldId="260"/>
            <ac:spMk id="3" creationId="{72FE385E-BAB5-62EE-204F-E7EAB5D3982B}"/>
          </ac:spMkLst>
        </pc:spChg>
      </pc:sldChg>
      <pc:sldChg chg="modSp mod ord">
        <pc:chgData name="Lindokuhle Nkambule" userId="27b39ed626fc607e" providerId="LiveId" clId="{4A43E7DC-91E5-4F9B-B73E-5F111DAD17EF}" dt="2025-10-30T19:21:19.818" v="1043"/>
        <pc:sldMkLst>
          <pc:docMk/>
          <pc:sldMk cId="4274779502" sldId="261"/>
        </pc:sldMkLst>
        <pc:spChg chg="mod">
          <ac:chgData name="Lindokuhle Nkambule" userId="27b39ed626fc607e" providerId="LiveId" clId="{4A43E7DC-91E5-4F9B-B73E-5F111DAD17EF}" dt="2025-10-30T18:17:59.097" v="744" actId="20577"/>
          <ac:spMkLst>
            <pc:docMk/>
            <pc:sldMk cId="4274779502" sldId="261"/>
            <ac:spMk id="3" creationId="{731EC759-A8B5-86EE-0798-C46CAD533B45}"/>
          </ac:spMkLst>
        </pc:spChg>
      </pc:sldChg>
      <pc:sldChg chg="del">
        <pc:chgData name="Lindokuhle Nkambule" userId="27b39ed626fc607e" providerId="LiveId" clId="{4A43E7DC-91E5-4F9B-B73E-5F111DAD17EF}" dt="2025-11-01T18:51:37.103" v="1257" actId="2696"/>
        <pc:sldMkLst>
          <pc:docMk/>
          <pc:sldMk cId="995157989" sldId="262"/>
        </pc:sldMkLst>
      </pc:sldChg>
      <pc:sldChg chg="addSp modSp new mod">
        <pc:chgData name="Lindokuhle Nkambule" userId="27b39ed626fc607e" providerId="LiveId" clId="{4A43E7DC-91E5-4F9B-B73E-5F111DAD17EF}" dt="2025-10-30T19:24:34.777" v="1053" actId="13822"/>
        <pc:sldMkLst>
          <pc:docMk/>
          <pc:sldMk cId="2617848958" sldId="263"/>
        </pc:sldMkLst>
        <pc:spChg chg="mod">
          <ac:chgData name="Lindokuhle Nkambule" userId="27b39ed626fc607e" providerId="LiveId" clId="{4A43E7DC-91E5-4F9B-B73E-5F111DAD17EF}" dt="2025-10-30T18:04:05.736" v="604" actId="20577"/>
          <ac:spMkLst>
            <pc:docMk/>
            <pc:sldMk cId="2617848958" sldId="263"/>
            <ac:spMk id="2" creationId="{77FCD543-4DF7-DE7A-0386-D49D8E842496}"/>
          </ac:spMkLst>
        </pc:spChg>
        <pc:spChg chg="add mod">
          <ac:chgData name="Lindokuhle Nkambule" userId="27b39ed626fc607e" providerId="LiveId" clId="{4A43E7DC-91E5-4F9B-B73E-5F111DAD17EF}" dt="2025-10-30T19:24:34.777" v="1053" actId="13822"/>
          <ac:spMkLst>
            <pc:docMk/>
            <pc:sldMk cId="2617848958" sldId="263"/>
            <ac:spMk id="3" creationId="{580FEA23-3053-2412-A959-5380D45C39EB}"/>
          </ac:spMkLst>
        </pc:spChg>
        <pc:picChg chg="add mod">
          <ac:chgData name="Lindokuhle Nkambule" userId="27b39ed626fc607e" providerId="LiveId" clId="{4A43E7DC-91E5-4F9B-B73E-5F111DAD17EF}" dt="2025-10-30T19:24:20.717" v="1052" actId="1076"/>
          <ac:picMkLst>
            <pc:docMk/>
            <pc:sldMk cId="2617848958" sldId="263"/>
            <ac:picMk id="7" creationId="{F1D79BAC-7ED6-46B1-9D1E-1C88526891C3}"/>
          </ac:picMkLst>
        </pc:picChg>
      </pc:sldChg>
      <pc:sldChg chg="addSp modSp new mod">
        <pc:chgData name="Lindokuhle Nkambule" userId="27b39ed626fc607e" providerId="LiveId" clId="{4A43E7DC-91E5-4F9B-B73E-5F111DAD17EF}" dt="2025-10-30T13:36:03.467" v="403" actId="20577"/>
        <pc:sldMkLst>
          <pc:docMk/>
          <pc:sldMk cId="1315826920" sldId="264"/>
        </pc:sldMkLst>
        <pc:spChg chg="mod">
          <ac:chgData name="Lindokuhle Nkambule" userId="27b39ed626fc607e" providerId="LiveId" clId="{4A43E7DC-91E5-4F9B-B73E-5F111DAD17EF}" dt="2025-10-30T13:36:03.467" v="403" actId="20577"/>
          <ac:spMkLst>
            <pc:docMk/>
            <pc:sldMk cId="1315826920" sldId="264"/>
            <ac:spMk id="2" creationId="{C0DD969F-821B-8A62-9566-596E19C31F72}"/>
          </ac:spMkLst>
        </pc:spChg>
        <pc:spChg chg="add mod">
          <ac:chgData name="Lindokuhle Nkambule" userId="27b39ed626fc607e" providerId="LiveId" clId="{4A43E7DC-91E5-4F9B-B73E-5F111DAD17EF}" dt="2025-10-30T13:27:37.915" v="174" actId="339"/>
          <ac:spMkLst>
            <pc:docMk/>
            <pc:sldMk cId="1315826920" sldId="264"/>
            <ac:spMk id="3" creationId="{C3542152-FA16-BE2F-98AF-ED4392CC0806}"/>
          </ac:spMkLst>
        </pc:spChg>
        <pc:picChg chg="add mod">
          <ac:chgData name="Lindokuhle Nkambule" userId="27b39ed626fc607e" providerId="LiveId" clId="{4A43E7DC-91E5-4F9B-B73E-5F111DAD17EF}" dt="2025-10-30T13:27:31.410" v="173" actId="14100"/>
          <ac:picMkLst>
            <pc:docMk/>
            <pc:sldMk cId="1315826920" sldId="264"/>
            <ac:picMk id="5" creationId="{436392F6-22E8-201A-C909-DCD68A202ACC}"/>
          </ac:picMkLst>
        </pc:picChg>
      </pc:sldChg>
      <pc:sldChg chg="addSp modSp new mod">
        <pc:chgData name="Lindokuhle Nkambule" userId="27b39ed626fc607e" providerId="LiveId" clId="{4A43E7DC-91E5-4F9B-B73E-5F111DAD17EF}" dt="2025-11-01T18:52:01.997" v="1261" actId="20577"/>
        <pc:sldMkLst>
          <pc:docMk/>
          <pc:sldMk cId="2658622414" sldId="265"/>
        </pc:sldMkLst>
        <pc:spChg chg="mod">
          <ac:chgData name="Lindokuhle Nkambule" userId="27b39ed626fc607e" providerId="LiveId" clId="{4A43E7DC-91E5-4F9B-B73E-5F111DAD17EF}" dt="2025-11-01T18:52:01.997" v="1261" actId="20577"/>
          <ac:spMkLst>
            <pc:docMk/>
            <pc:sldMk cId="2658622414" sldId="265"/>
            <ac:spMk id="2" creationId="{637FDE13-9CC7-E6CF-5794-0FC1D28DB92E}"/>
          </ac:spMkLst>
        </pc:spChg>
        <pc:spChg chg="add mod">
          <ac:chgData name="Lindokuhle Nkambule" userId="27b39ed626fc607e" providerId="LiveId" clId="{4A43E7DC-91E5-4F9B-B73E-5F111DAD17EF}" dt="2025-10-30T13:30:01.547" v="282"/>
          <ac:spMkLst>
            <pc:docMk/>
            <pc:sldMk cId="2658622414" sldId="265"/>
            <ac:spMk id="3" creationId="{19D9CCFF-2CF9-D1A3-1C05-4C36DA42E257}"/>
          </ac:spMkLst>
        </pc:spChg>
        <pc:picChg chg="add mod">
          <ac:chgData name="Lindokuhle Nkambule" userId="27b39ed626fc607e" providerId="LiveId" clId="{4A43E7DC-91E5-4F9B-B73E-5F111DAD17EF}" dt="2025-10-30T13:31:16.975" v="293" actId="14100"/>
          <ac:picMkLst>
            <pc:docMk/>
            <pc:sldMk cId="2658622414" sldId="265"/>
            <ac:picMk id="5" creationId="{1A2716AC-FD86-61B9-C519-009EC149B79B}"/>
          </ac:picMkLst>
        </pc:picChg>
      </pc:sldChg>
      <pc:sldChg chg="addSp modSp new mod">
        <pc:chgData name="Lindokuhle Nkambule" userId="27b39ed626fc607e" providerId="LiveId" clId="{4A43E7DC-91E5-4F9B-B73E-5F111DAD17EF}" dt="2025-10-30T18:31:54.663" v="1026" actId="20577"/>
        <pc:sldMkLst>
          <pc:docMk/>
          <pc:sldMk cId="1842219784" sldId="266"/>
        </pc:sldMkLst>
        <pc:spChg chg="mod">
          <ac:chgData name="Lindokuhle Nkambule" userId="27b39ed626fc607e" providerId="LiveId" clId="{4A43E7DC-91E5-4F9B-B73E-5F111DAD17EF}" dt="2025-10-30T18:31:54.663" v="1026" actId="20577"/>
          <ac:spMkLst>
            <pc:docMk/>
            <pc:sldMk cId="1842219784" sldId="266"/>
            <ac:spMk id="2" creationId="{88EDB5F5-E81A-241A-8BAC-0E8AF2158E10}"/>
          </ac:spMkLst>
        </pc:spChg>
        <pc:spChg chg="add mod ord">
          <ac:chgData name="Lindokuhle Nkambule" userId="27b39ed626fc607e" providerId="LiveId" clId="{4A43E7DC-91E5-4F9B-B73E-5F111DAD17EF}" dt="2025-10-30T13:33:46.288" v="306" actId="13822"/>
          <ac:spMkLst>
            <pc:docMk/>
            <pc:sldMk cId="1842219784" sldId="266"/>
            <ac:spMk id="5" creationId="{8C16B793-F84A-1D3E-9E68-2F63B7CBDB1D}"/>
          </ac:spMkLst>
        </pc:spChg>
        <pc:picChg chg="add mod">
          <ac:chgData name="Lindokuhle Nkambule" userId="27b39ed626fc607e" providerId="LiveId" clId="{4A43E7DC-91E5-4F9B-B73E-5F111DAD17EF}" dt="2025-10-30T13:34:05.832" v="312" actId="14100"/>
          <ac:picMkLst>
            <pc:docMk/>
            <pc:sldMk cId="1842219784" sldId="266"/>
            <ac:picMk id="4" creationId="{972864C3-4967-1976-0A37-6E8C196A4530}"/>
          </ac:picMkLst>
        </pc:picChg>
      </pc:sldChg>
      <pc:sldChg chg="addSp modSp new mod">
        <pc:chgData name="Lindokuhle Nkambule" userId="27b39ed626fc607e" providerId="LiveId" clId="{4A43E7DC-91E5-4F9B-B73E-5F111DAD17EF}" dt="2025-10-31T13:15:23.576" v="1065" actId="14100"/>
        <pc:sldMkLst>
          <pc:docMk/>
          <pc:sldMk cId="1070851188" sldId="267"/>
        </pc:sldMkLst>
        <pc:spChg chg="mod">
          <ac:chgData name="Lindokuhle Nkambule" userId="27b39ed626fc607e" providerId="LiveId" clId="{4A43E7DC-91E5-4F9B-B73E-5F111DAD17EF}" dt="2025-10-30T16:51:00.364" v="572" actId="14100"/>
          <ac:spMkLst>
            <pc:docMk/>
            <pc:sldMk cId="1070851188" sldId="267"/>
            <ac:spMk id="2" creationId="{E46D85B3-EE0D-B788-2A38-D4786875207C}"/>
          </ac:spMkLst>
        </pc:spChg>
        <pc:spChg chg="add mod">
          <ac:chgData name="Lindokuhle Nkambule" userId="27b39ed626fc607e" providerId="LiveId" clId="{4A43E7DC-91E5-4F9B-B73E-5F111DAD17EF}" dt="2025-10-30T16:52:38.715" v="580" actId="14100"/>
          <ac:spMkLst>
            <pc:docMk/>
            <pc:sldMk cId="1070851188" sldId="267"/>
            <ac:spMk id="3" creationId="{F38A58B5-F464-F444-36CD-5F434FC4A0BC}"/>
          </ac:spMkLst>
        </pc:spChg>
        <pc:spChg chg="add mod">
          <ac:chgData name="Lindokuhle Nkambule" userId="27b39ed626fc607e" providerId="LiveId" clId="{4A43E7DC-91E5-4F9B-B73E-5F111DAD17EF}" dt="2025-10-30T18:09:04.459" v="698" actId="14100"/>
          <ac:spMkLst>
            <pc:docMk/>
            <pc:sldMk cId="1070851188" sldId="267"/>
            <ac:spMk id="5" creationId="{5C264D2B-E110-BC5D-2CCD-846B451D17A9}"/>
          </ac:spMkLst>
        </pc:spChg>
        <pc:graphicFrameChg chg="add mod">
          <ac:chgData name="Lindokuhle Nkambule" userId="27b39ed626fc607e" providerId="LiveId" clId="{4A43E7DC-91E5-4F9B-B73E-5F111DAD17EF}" dt="2025-10-31T13:15:23.576" v="1065" actId="14100"/>
          <ac:graphicFrameMkLst>
            <pc:docMk/>
            <pc:sldMk cId="1070851188" sldId="267"/>
            <ac:graphicFrameMk id="4" creationId="{96AB850A-2DE7-4FD7-A90E-E4097732D21D}"/>
          </ac:graphicFrameMkLst>
        </pc:graphicFrameChg>
      </pc:sldChg>
      <pc:sldChg chg="addSp modSp new mod">
        <pc:chgData name="Lindokuhle Nkambule" userId="27b39ed626fc607e" providerId="LiveId" clId="{4A43E7DC-91E5-4F9B-B73E-5F111DAD17EF}" dt="2025-11-01T18:40:05.705" v="1147"/>
        <pc:sldMkLst>
          <pc:docMk/>
          <pc:sldMk cId="2453514909" sldId="268"/>
        </pc:sldMkLst>
        <pc:spChg chg="mod">
          <ac:chgData name="Lindokuhle Nkambule" userId="27b39ed626fc607e" providerId="LiveId" clId="{4A43E7DC-91E5-4F9B-B73E-5F111DAD17EF}" dt="2025-10-30T18:25:40.524" v="870" actId="14100"/>
          <ac:spMkLst>
            <pc:docMk/>
            <pc:sldMk cId="2453514909" sldId="268"/>
            <ac:spMk id="2" creationId="{F2D424CB-818B-B113-A92A-E82526242051}"/>
          </ac:spMkLst>
        </pc:spChg>
        <pc:spChg chg="add mod">
          <ac:chgData name="Lindokuhle Nkambule" userId="27b39ed626fc607e" providerId="LiveId" clId="{4A43E7DC-91E5-4F9B-B73E-5F111DAD17EF}" dt="2025-10-30T18:13:20.152" v="710" actId="339"/>
          <ac:spMkLst>
            <pc:docMk/>
            <pc:sldMk cId="2453514909" sldId="268"/>
            <ac:spMk id="3" creationId="{819A03BD-3CE4-04EC-201E-A33E4EDAD7EE}"/>
          </ac:spMkLst>
        </pc:spChg>
        <pc:spChg chg="add mod ord">
          <ac:chgData name="Lindokuhle Nkambule" userId="27b39ed626fc607e" providerId="LiveId" clId="{4A43E7DC-91E5-4F9B-B73E-5F111DAD17EF}" dt="2025-10-30T18:15:26.222" v="733" actId="171"/>
          <ac:spMkLst>
            <pc:docMk/>
            <pc:sldMk cId="2453514909" sldId="268"/>
            <ac:spMk id="4" creationId="{C37CDF9B-129F-F47A-C4BD-94F0E773E540}"/>
          </ac:spMkLst>
        </pc:spChg>
        <pc:spChg chg="add mod">
          <ac:chgData name="Lindokuhle Nkambule" userId="27b39ed626fc607e" providerId="LiveId" clId="{4A43E7DC-91E5-4F9B-B73E-5F111DAD17EF}" dt="2025-11-01T18:38:38.096" v="1140" actId="20577"/>
          <ac:spMkLst>
            <pc:docMk/>
            <pc:sldMk cId="2453514909" sldId="268"/>
            <ac:spMk id="7" creationId="{6C4B1187-9520-9F68-5789-19A6E7611D7C}"/>
          </ac:spMkLst>
        </pc:spChg>
        <pc:spChg chg="add mod">
          <ac:chgData name="Lindokuhle Nkambule" userId="27b39ed626fc607e" providerId="LiveId" clId="{4A43E7DC-91E5-4F9B-B73E-5F111DAD17EF}" dt="2025-10-30T18:43:23.165" v="1039" actId="20577"/>
          <ac:spMkLst>
            <pc:docMk/>
            <pc:sldMk cId="2453514909" sldId="268"/>
            <ac:spMk id="8" creationId="{7AB48D50-A2E2-C9B1-A0D5-2D2B888CBA9B}"/>
          </ac:spMkLst>
        </pc:spChg>
        <pc:graphicFrameChg chg="add mod">
          <ac:chgData name="Lindokuhle Nkambule" userId="27b39ed626fc607e" providerId="LiveId" clId="{4A43E7DC-91E5-4F9B-B73E-5F111DAD17EF}" dt="2025-10-30T18:16:42.769" v="739" actId="14100"/>
          <ac:graphicFrameMkLst>
            <pc:docMk/>
            <pc:sldMk cId="2453514909" sldId="268"/>
            <ac:graphicFrameMk id="5" creationId="{71FFE1BB-784D-4D6B-4042-E2AEEB6D2EE5}"/>
          </ac:graphicFrameMkLst>
        </pc:graphicFrameChg>
        <pc:graphicFrameChg chg="add mod">
          <ac:chgData name="Lindokuhle Nkambule" userId="27b39ed626fc607e" providerId="LiveId" clId="{4A43E7DC-91E5-4F9B-B73E-5F111DAD17EF}" dt="2025-11-01T18:40:05.705" v="1147"/>
          <ac:graphicFrameMkLst>
            <pc:docMk/>
            <pc:sldMk cId="2453514909" sldId="268"/>
            <ac:graphicFrameMk id="6" creationId="{439ECFC7-EAC4-BAD5-42EF-9E27F863D281}"/>
          </ac:graphicFrameMkLst>
        </pc:graphicFrameChg>
      </pc:sldChg>
      <pc:sldChg chg="addSp modSp new mod">
        <pc:chgData name="Lindokuhle Nkambule" userId="27b39ed626fc607e" providerId="LiveId" clId="{4A43E7DC-91E5-4F9B-B73E-5F111DAD17EF}" dt="2025-10-31T13:24:04.842" v="1100" actId="14100"/>
        <pc:sldMkLst>
          <pc:docMk/>
          <pc:sldMk cId="2801405096" sldId="269"/>
        </pc:sldMkLst>
        <pc:spChg chg="mod">
          <ac:chgData name="Lindokuhle Nkambule" userId="27b39ed626fc607e" providerId="LiveId" clId="{4A43E7DC-91E5-4F9B-B73E-5F111DAD17EF}" dt="2025-10-31T13:23:32.256" v="1095" actId="27636"/>
          <ac:spMkLst>
            <pc:docMk/>
            <pc:sldMk cId="2801405096" sldId="269"/>
            <ac:spMk id="2" creationId="{AEA10AF6-BB2B-1ECB-F035-52725E292759}"/>
          </ac:spMkLst>
        </pc:spChg>
        <pc:spChg chg="add mod ord">
          <ac:chgData name="Lindokuhle Nkambule" userId="27b39ed626fc607e" providerId="LiveId" clId="{4A43E7DC-91E5-4F9B-B73E-5F111DAD17EF}" dt="2025-10-31T13:23:40.914" v="1097" actId="14100"/>
          <ac:spMkLst>
            <pc:docMk/>
            <pc:sldMk cId="2801405096" sldId="269"/>
            <ac:spMk id="5" creationId="{BE6F5DBF-659D-CB21-9A1F-D7D43C8B0B2A}"/>
          </ac:spMkLst>
        </pc:spChg>
        <pc:picChg chg="add mod">
          <ac:chgData name="Lindokuhle Nkambule" userId="27b39ed626fc607e" providerId="LiveId" clId="{4A43E7DC-91E5-4F9B-B73E-5F111DAD17EF}" dt="2025-10-31T13:24:04.842" v="1100" actId="14100"/>
          <ac:picMkLst>
            <pc:docMk/>
            <pc:sldMk cId="2801405096" sldId="269"/>
            <ac:picMk id="4" creationId="{316A6ADB-06FE-C836-EE3C-54A30E0DA55D}"/>
          </ac:picMkLst>
        </pc:picChg>
      </pc:sldChg>
      <pc:sldChg chg="addSp modSp new mod setBg">
        <pc:chgData name="Lindokuhle Nkambule" userId="27b39ed626fc607e" providerId="LiveId" clId="{4A43E7DC-91E5-4F9B-B73E-5F111DAD17EF}" dt="2025-11-01T18:37:26.154" v="1137" actId="207"/>
        <pc:sldMkLst>
          <pc:docMk/>
          <pc:sldMk cId="1985512709" sldId="270"/>
        </pc:sldMkLst>
        <pc:spChg chg="mod">
          <ac:chgData name="Lindokuhle Nkambule" userId="27b39ed626fc607e" providerId="LiveId" clId="{4A43E7DC-91E5-4F9B-B73E-5F111DAD17EF}" dt="2025-11-01T18:32:28.710" v="1120" actId="20577"/>
          <ac:spMkLst>
            <pc:docMk/>
            <pc:sldMk cId="1985512709" sldId="270"/>
            <ac:spMk id="2" creationId="{8B41489C-8D9B-CB6B-679A-EACA976C1CA5}"/>
          </ac:spMkLst>
        </pc:spChg>
        <pc:spChg chg="add mod">
          <ac:chgData name="Lindokuhle Nkambule" userId="27b39ed626fc607e" providerId="LiveId" clId="{4A43E7DC-91E5-4F9B-B73E-5F111DAD17EF}" dt="2025-11-01T18:37:26.154" v="1137" actId="207"/>
          <ac:spMkLst>
            <pc:docMk/>
            <pc:sldMk cId="1985512709" sldId="270"/>
            <ac:spMk id="4" creationId="{5237E4FF-D066-DEB5-25B9-CD4F3466E6F0}"/>
          </ac:spMkLst>
        </pc:spChg>
      </pc:sldChg>
      <pc:sldChg chg="addSp modSp new mod">
        <pc:chgData name="Lindokuhle Nkambule" userId="27b39ed626fc607e" providerId="LiveId" clId="{4A43E7DC-91E5-4F9B-B73E-5F111DAD17EF}" dt="2025-11-01T18:51:03.757" v="1256" actId="14100"/>
        <pc:sldMkLst>
          <pc:docMk/>
          <pc:sldMk cId="2286756966" sldId="271"/>
        </pc:sldMkLst>
        <pc:spChg chg="mod">
          <ac:chgData name="Lindokuhle Nkambule" userId="27b39ed626fc607e" providerId="LiveId" clId="{4A43E7DC-91E5-4F9B-B73E-5F111DAD17EF}" dt="2025-11-01T18:47:09.607" v="1174" actId="14100"/>
          <ac:spMkLst>
            <pc:docMk/>
            <pc:sldMk cId="2286756966" sldId="271"/>
            <ac:spMk id="2" creationId="{E0C1147E-468F-295A-F847-9A8D5BAB2841}"/>
          </ac:spMkLst>
        </pc:spChg>
        <pc:spChg chg="add mod">
          <ac:chgData name="Lindokuhle Nkambule" userId="27b39ed626fc607e" providerId="LiveId" clId="{4A43E7DC-91E5-4F9B-B73E-5F111DAD17EF}" dt="2025-11-01T18:48:33.441" v="1188" actId="14100"/>
          <ac:spMkLst>
            <pc:docMk/>
            <pc:sldMk cId="2286756966" sldId="271"/>
            <ac:spMk id="3" creationId="{D218FF9A-F6FE-2CF2-6442-067259E5E2CD}"/>
          </ac:spMkLst>
        </pc:spChg>
        <pc:spChg chg="add mod">
          <ac:chgData name="Lindokuhle Nkambule" userId="27b39ed626fc607e" providerId="LiveId" clId="{4A43E7DC-91E5-4F9B-B73E-5F111DAD17EF}" dt="2025-11-01T18:51:03.757" v="1256" actId="14100"/>
          <ac:spMkLst>
            <pc:docMk/>
            <pc:sldMk cId="2286756966" sldId="271"/>
            <ac:spMk id="6" creationId="{5896D54D-2A15-FC1F-289B-F3A87C7961B1}"/>
          </ac:spMkLst>
        </pc:spChg>
        <pc:picChg chg="add mod">
          <ac:chgData name="Lindokuhle Nkambule" userId="27b39ed626fc607e" providerId="LiveId" clId="{4A43E7DC-91E5-4F9B-B73E-5F111DAD17EF}" dt="2025-11-01T18:48:24.903" v="1182" actId="14100"/>
          <ac:picMkLst>
            <pc:docMk/>
            <pc:sldMk cId="2286756966" sldId="271"/>
            <ac:picMk id="5" creationId="{E902C8C6-2627-59FB-39ED-AB5934945F15}"/>
          </ac:picMkLst>
        </pc:picChg>
      </pc:sldChg>
      <pc:sldChg chg="modSp new mod">
        <pc:chgData name="Lindokuhle Nkambule" userId="27b39ed626fc607e" providerId="LiveId" clId="{4A43E7DC-91E5-4F9B-B73E-5F111DAD17EF}" dt="2025-11-01T18:53:31.157" v="1329" actId="20577"/>
        <pc:sldMkLst>
          <pc:docMk/>
          <pc:sldMk cId="3806402154" sldId="272"/>
        </pc:sldMkLst>
        <pc:spChg chg="mod">
          <ac:chgData name="Lindokuhle Nkambule" userId="27b39ed626fc607e" providerId="LiveId" clId="{4A43E7DC-91E5-4F9B-B73E-5F111DAD17EF}" dt="2025-11-01T18:53:04.799" v="1274" actId="20577"/>
          <ac:spMkLst>
            <pc:docMk/>
            <pc:sldMk cId="3806402154" sldId="272"/>
            <ac:spMk id="2" creationId="{738724DB-8A50-6724-A0D3-660AE01DE208}"/>
          </ac:spMkLst>
        </pc:spChg>
        <pc:spChg chg="mod">
          <ac:chgData name="Lindokuhle Nkambule" userId="27b39ed626fc607e" providerId="LiveId" clId="{4A43E7DC-91E5-4F9B-B73E-5F111DAD17EF}" dt="2025-11-01T18:53:31.157" v="1329" actId="20577"/>
          <ac:spMkLst>
            <pc:docMk/>
            <pc:sldMk cId="3806402154" sldId="272"/>
            <ac:spMk id="3" creationId="{DC4FF4C3-BD96-D967-06B9-8FAD4352FFDD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27b39ed626fc607e/Desktop/DAT/CoffeShop/CoffeShopF.csv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27b39ed626fc607e/Desktop/DAT/CoffeShop/CoffeShopF.csv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27b39ed626fc607e/Desktop/DAT/CoffeShop/CoffeShopF.csv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[CoffeShopF.csv]Sheet1!PivotTable7</c:name>
    <c:fmtId val="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Revenues By store Location over 6 Months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chemeClr val="bg1">
                <a:lumMod val="95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chemeClr val="bg1">
                <a:lumMod val="95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chemeClr val="bg1">
                <a:lumMod val="95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chemeClr val="bg1">
                <a:lumMod val="95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chemeClr val="bg1">
                <a:lumMod val="95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2042918930908285"/>
          <c:y val="0.15797090988626422"/>
          <c:w val="0.77614086971522911"/>
          <c:h val="0.4759280402449693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Sheet1!$B$24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Sheet1!$A$25:$A$46</c:f>
              <c:multiLvlStrCache>
                <c:ptCount val="16"/>
                <c:lvl>
                  <c:pt idx="0">
                    <c:v>Lower Manhattan</c:v>
                  </c:pt>
                  <c:pt idx="1">
                    <c:v>Astoria</c:v>
                  </c:pt>
                  <c:pt idx="2">
                    <c:v>Hell's Kitchen</c:v>
                  </c:pt>
                  <c:pt idx="4">
                    <c:v>Lower Manhattan</c:v>
                  </c:pt>
                  <c:pt idx="5">
                    <c:v>Astoria</c:v>
                  </c:pt>
                  <c:pt idx="6">
                    <c:v>Hell's Kitchen</c:v>
                  </c:pt>
                  <c:pt idx="7">
                    <c:v>Lower Manhattan</c:v>
                  </c:pt>
                  <c:pt idx="8">
                    <c:v>Astoria</c:v>
                  </c:pt>
                  <c:pt idx="9">
                    <c:v>Hell's Kitchen</c:v>
                  </c:pt>
                  <c:pt idx="10">
                    <c:v>Lower Manhattan</c:v>
                  </c:pt>
                  <c:pt idx="11">
                    <c:v>Hell's Kitchen</c:v>
                  </c:pt>
                  <c:pt idx="12">
                    <c:v>Astoria</c:v>
                  </c:pt>
                  <c:pt idx="13">
                    <c:v>Lower Manhattan</c:v>
                  </c:pt>
                  <c:pt idx="14">
                    <c:v>Astoria</c:v>
                  </c:pt>
                  <c:pt idx="15">
                    <c:v>Hell's Kitchen</c:v>
                  </c:pt>
                </c:lvl>
                <c:lvl>
                  <c:pt idx="0">
                    <c:v>Feb</c:v>
                  </c:pt>
                  <c:pt idx="3">
                    <c:v>Jan</c:v>
                  </c:pt>
                  <c:pt idx="4">
                    <c:v>Mar</c:v>
                  </c:pt>
                  <c:pt idx="7">
                    <c:v>Apr</c:v>
                  </c:pt>
                  <c:pt idx="10">
                    <c:v>May</c:v>
                  </c:pt>
                  <c:pt idx="13">
                    <c:v>Jun</c:v>
                  </c:pt>
                </c:lvl>
              </c:multiLvlStrCache>
            </c:multiLvlStrRef>
          </c:cat>
          <c:val>
            <c:numRef>
              <c:f>Sheet1!$B$25:$B$46</c:f>
              <c:numCache>
                <c:formatCode>"R"#\ ##0.00</c:formatCode>
                <c:ptCount val="16"/>
                <c:pt idx="0">
                  <c:v>5263</c:v>
                </c:pt>
                <c:pt idx="1">
                  <c:v>5490</c:v>
                </c:pt>
                <c:pt idx="2">
                  <c:v>5606</c:v>
                </c:pt>
                <c:pt idx="3">
                  <c:v>17314</c:v>
                </c:pt>
                <c:pt idx="4">
                  <c:v>6782</c:v>
                </c:pt>
                <c:pt idx="5">
                  <c:v>7180</c:v>
                </c:pt>
                <c:pt idx="6">
                  <c:v>7267</c:v>
                </c:pt>
                <c:pt idx="7">
                  <c:v>8150</c:v>
                </c:pt>
                <c:pt idx="8">
                  <c:v>8556</c:v>
                </c:pt>
                <c:pt idx="9">
                  <c:v>8629</c:v>
                </c:pt>
                <c:pt idx="10">
                  <c:v>10758</c:v>
                </c:pt>
                <c:pt idx="11">
                  <c:v>11294</c:v>
                </c:pt>
                <c:pt idx="12">
                  <c:v>11475</c:v>
                </c:pt>
                <c:pt idx="13">
                  <c:v>11296</c:v>
                </c:pt>
                <c:pt idx="14">
                  <c:v>11985</c:v>
                </c:pt>
                <c:pt idx="15">
                  <c:v>12071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28F-464E-B4CF-1353C294D92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362625008"/>
        <c:axId val="1362626448"/>
      </c:barChart>
      <c:catAx>
        <c:axId val="1362625008"/>
        <c:scaling>
          <c:orientation val="minMax"/>
        </c:scaling>
        <c:delete val="0"/>
        <c:axPos val="b"/>
        <c:title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62626448"/>
        <c:crosses val="autoZero"/>
        <c:auto val="1"/>
        <c:lblAlgn val="ctr"/>
        <c:lblOffset val="100"/>
        <c:noMultiLvlLbl val="0"/>
      </c:catAx>
      <c:valAx>
        <c:axId val="1362626448"/>
        <c:scaling>
          <c:orientation val="minMax"/>
        </c:scaling>
        <c:delete val="0"/>
        <c:axPos val="l"/>
        <c:title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&quot;R&quot;#\ 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62625008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92309463961526239"/>
          <c:y val="0.40742125529465067"/>
          <c:w val="7.0655359359474951E-2"/>
          <c:h val="0.1476556932480713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[CoffeShopF.csv]Sheet1!PivotTable6</c:name>
    <c:fmtId val="3"/>
  </c:pivotSource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95" b="1" i="0" u="none" strike="noStrike" kern="1200" cap="all" spc="100" normalizeH="0" baseline="0">
              <a:solidFill>
                <a:schemeClr val="lt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2143222837886004"/>
          <c:y val="0.20118138112724512"/>
          <c:w val="0.69476815398075242"/>
          <c:h val="0.6046583329257894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Sheet1!$E$14</c:f>
              <c:strCache>
                <c:ptCount val="1"/>
                <c:pt idx="0">
                  <c:v>Total</c:v>
                </c:pt>
              </c:strCache>
            </c:strRef>
          </c:tx>
          <c:spPr>
            <a:pattFill prst="ltUpDiag">
              <a:fgClr>
                <a:schemeClr val="accent1"/>
              </a:fgClr>
              <a:bgClr>
                <a:schemeClr val="lt1"/>
              </a:bgClr>
            </a:pattFill>
            <a:ln>
              <a:noFill/>
            </a:ln>
            <a:effectLst/>
          </c:spPr>
          <c:invertIfNegative val="0"/>
          <c:dLbls>
            <c:spPr>
              <a:solidFill>
                <a:schemeClr val="accent1">
                  <a:alpha val="70000"/>
                </a:scheme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Sheet1!$D$15:$D$21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Sheet1!$E$15:$E$21</c:f>
              <c:numCache>
                <c:formatCode>0.00%</c:formatCode>
                <c:ptCount val="6"/>
                <c:pt idx="0">
                  <c:v>0.11611094718205961</c:v>
                </c:pt>
                <c:pt idx="1">
                  <c:v>0.10970653719252126</c:v>
                </c:pt>
                <c:pt idx="2">
                  <c:v>0.14236567504493147</c:v>
                </c:pt>
                <c:pt idx="3">
                  <c:v>0.16990128490571099</c:v>
                </c:pt>
                <c:pt idx="4">
                  <c:v>0.22483838085785562</c:v>
                </c:pt>
                <c:pt idx="5">
                  <c:v>0.23707717481692106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412-47C1-A0FD-9E71BB57377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69"/>
        <c:overlap val="-20"/>
        <c:axId val="655462496"/>
        <c:axId val="655457456"/>
      </c:barChart>
      <c:catAx>
        <c:axId val="65546249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lt1">
                  <a:alpha val="2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3175" cap="flat" cmpd="sng" algn="ctr">
            <a:solidFill>
              <a:schemeClr val="accent1">
                <a:lumMod val="60000"/>
                <a:lumOff val="4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64" b="0" i="0" u="none" strike="noStrike" kern="1200" cap="all" spc="150" normalizeH="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55457456"/>
        <c:crosses val="autoZero"/>
        <c:auto val="1"/>
        <c:lblAlgn val="ctr"/>
        <c:lblOffset val="100"/>
        <c:noMultiLvlLbl val="0"/>
      </c:catAx>
      <c:valAx>
        <c:axId val="655457456"/>
        <c:scaling>
          <c:orientation val="minMax"/>
        </c:scaling>
        <c:delete val="0"/>
        <c:axPos val="l"/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554624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lt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1"/>
    </a:solidFill>
    <a:ln w="9525" cap="flat" cmpd="sng" algn="ctr">
      <a:solidFill>
        <a:schemeClr val="accent1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[CoffeShopF.csv]Sheet1!PivotTable4</c:name>
    <c:fmtId val="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995" b="1" i="0" u="none" strike="noStrike" kern="1200" cap="all" spc="100" normalizeH="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r>
              <a:rPr lang="en-ZA" sz="2000" b="1" i="0" u="none" strike="noStrike" kern="1200" cap="all" spc="100" normalizeH="0" baseline="0" dirty="0">
                <a:solidFill>
                  <a:prstClr val="white"/>
                </a:solidFill>
              </a:rPr>
              <a:t>R698812.33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95" b="1" i="0" u="none" strike="noStrike" kern="1200" cap="all" spc="100" normalizeH="0" baseline="0">
              <a:solidFill>
                <a:schemeClr val="lt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8277457749690418"/>
          <c:y val="0.11847183686854808"/>
          <c:w val="0.72365438081283262"/>
          <c:h val="0.7803061580039997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Sheet1!$B$14</c:f>
              <c:strCache>
                <c:ptCount val="1"/>
                <c:pt idx="0">
                  <c:v>Total</c:v>
                </c:pt>
              </c:strCache>
            </c:strRef>
          </c:tx>
          <c:spPr>
            <a:pattFill prst="ltUpDiag">
              <a:fgClr>
                <a:schemeClr val="accent1"/>
              </a:fgClr>
              <a:bgClr>
                <a:schemeClr val="lt1"/>
              </a:bgClr>
            </a:pattFill>
            <a:ln>
              <a:noFill/>
            </a:ln>
            <a:effectLst/>
          </c:spPr>
          <c:invertIfNegative val="0"/>
          <c:cat>
            <c:strRef>
              <c:f>Sheet1!$A$15:$A$21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Sheet1!$B$15:$B$21</c:f>
              <c:numCache>
                <c:formatCode>"R"#\ ##0.00</c:formatCode>
                <c:ptCount val="6"/>
                <c:pt idx="0">
                  <c:v>17314</c:v>
                </c:pt>
                <c:pt idx="1">
                  <c:v>16359</c:v>
                </c:pt>
                <c:pt idx="2">
                  <c:v>21229</c:v>
                </c:pt>
                <c:pt idx="3">
                  <c:v>25335</c:v>
                </c:pt>
                <c:pt idx="4">
                  <c:v>33527</c:v>
                </c:pt>
                <c:pt idx="5">
                  <c:v>35352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576-460B-827F-F700FFE6F18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69"/>
        <c:overlap val="-20"/>
        <c:axId val="1362639408"/>
        <c:axId val="1362637608"/>
      </c:barChart>
      <c:catAx>
        <c:axId val="13626394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3175" cap="flat" cmpd="sng" algn="ctr">
            <a:solidFill>
              <a:schemeClr val="accent1">
                <a:lumMod val="60000"/>
                <a:lumOff val="4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64" b="0" i="0" u="none" strike="noStrike" kern="1200" cap="all" spc="150" normalizeH="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62637608"/>
        <c:crosses val="autoZero"/>
        <c:auto val="1"/>
        <c:lblAlgn val="ctr"/>
        <c:lblOffset val="100"/>
        <c:noMultiLvlLbl val="0"/>
      </c:catAx>
      <c:valAx>
        <c:axId val="1362637608"/>
        <c:scaling>
          <c:orientation val="minMax"/>
        </c:scaling>
        <c:delete val="0"/>
        <c:axPos val="l"/>
        <c:numFmt formatCode="&quot;R&quot;#\ 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62639408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>
            <a:solidFill>
              <a:schemeClr val="accent1">
                <a:lumMod val="60000"/>
                <a:lumOff val="40000"/>
              </a:schemeClr>
            </a:solidFill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197" b="0" i="0" u="none" strike="noStrik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1"/>
    </a:solidFill>
    <a:ln w="9525" cap="flat" cmpd="sng" algn="ctr">
      <a:solidFill>
        <a:schemeClr val="accent1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4">
  <cs:axisTitle>
    <cs:lnRef idx="0"/>
    <cs:fillRef idx="0"/>
    <cs:effectRef idx="0"/>
    <cs:fontRef idx="minor">
      <a:schemeClr val="lt1"/>
    </cs:fontRef>
    <cs:defRPr sz="1197" b="1" kern="1200"/>
  </cs:axisTitle>
  <cs:categoryAxis>
    <cs:lnRef idx="0">
      <cs:styleClr val="0"/>
    </cs:lnRef>
    <cs:fillRef idx="0"/>
    <cs:effectRef idx="0"/>
    <cs:fontRef idx="minor">
      <a:schemeClr val="lt1"/>
    </cs:fontRef>
    <cs:spPr>
      <a:ln w="3175" cap="flat" cmpd="sng" algn="ctr">
        <a:solidFill>
          <a:schemeClr val="phClr">
            <a:lumMod val="60000"/>
            <a:lumOff val="40000"/>
          </a:schemeClr>
        </a:solidFill>
        <a:round/>
      </a:ln>
    </cs:spPr>
    <cs:defRPr sz="1064" kern="1200" cap="all" spc="150" normalizeH="0" baseline="0"/>
  </cs:categoryAxis>
  <cs:chartArea>
    <cs:lnRef idx="0">
      <cs:styleClr val="0"/>
    </cs:lnRef>
    <cs:fillRef idx="0">
      <cs:styleClr val="0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  <cs:defRPr sz="1330" kern="1200"/>
  </cs:chartArea>
  <cs:dataLabel>
    <cs:lnRef idx="0"/>
    <cs:fillRef idx="0">
      <cs:styleClr val="auto"/>
    </cs:fillRef>
    <cs:effectRef idx="0"/>
    <cs:fontRef idx="minor">
      <a:schemeClr val="lt1"/>
    </cs:fontRef>
    <cs:spPr>
      <a:solidFill>
        <a:schemeClr val="phClr">
          <a:alpha val="70000"/>
        </a:schemeClr>
      </a:solidFill>
    </cs:spPr>
    <cs:defRPr sz="1197" kern="120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lt1"/>
        </a:bgClr>
      </a:patt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lt1"/>
        </a:bgClr>
      </a:pattFill>
    </cs:spPr>
  </cs:dataPoint3D>
  <cs:dataPointLine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34925" cap="rnd">
        <a:solidFill>
          <a:schemeClr val="lt1"/>
        </a:solidFill>
        <a:round/>
      </a:ln>
      <a:effectLst>
        <a:outerShdw dist="25400" dir="2700000" algn="tl" rotWithShape="0">
          <a:schemeClr val="phClr"/>
        </a:outerShdw>
      </a:effectLst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22225">
        <a:solidFill>
          <a:schemeClr val="lt1"/>
        </a:solidFill>
        <a:round/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>
      <cs:styleClr val="0"/>
    </cs:lnRef>
    <cs:fillRef idx="0"/>
    <cs:effectRef idx="0"/>
    <cs:fontRef idx="minor">
      <a:schemeClr val="lt1"/>
    </cs:fontRef>
    <cs:spPr>
      <a:ln w="9525">
        <a:solidFill>
          <a:schemeClr val="phClr">
            <a:lumMod val="60000"/>
            <a:lumOff val="40000"/>
          </a:schemeClr>
        </a:solidFill>
      </a:ln>
    </cs:spPr>
    <cs:defRPr sz="1197" kern="1200"/>
  </cs:dataTable>
  <cs:downBar>
    <cs:lnRef idx="0">
      <cs:styleClr val="0"/>
    </cs:lnRef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downBar>
  <cs:drop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prstDash val="dash"/>
      </a:ln>
    </cs:spPr>
  </cs:dropLine>
  <cs:errorBar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round/>
      </a:ln>
      <a:effectLst>
        <a:glow rad="25400">
          <a:schemeClr val="lt1"/>
        </a:glow>
      </a:effectLst>
    </cs:spPr>
  </cs:errorBar>
  <cs:floor>
    <cs:lnRef idx="0"/>
    <cs:fillRef idx="0"/>
    <cs:effectRef idx="0"/>
    <cs:fontRef idx="minor">
      <a:schemeClr val="dk1"/>
    </cs:fontRef>
  </cs:floor>
  <cs:gridlineMajor>
    <cs:lnRef idx="0">
      <cs:styleClr val="0"/>
    </cs:lnRef>
    <cs:fillRef idx="0"/>
    <cs:effectRef idx="0"/>
    <cs:fontRef idx="minor">
      <a:schemeClr val="dk1"/>
    </cs:fontRef>
    <cs:spPr>
      <a:ln w="9525" cap="flat" cmpd="sng" algn="ctr">
        <a:solidFill>
          <a:schemeClr val="lt1">
            <a:alpha val="25000"/>
          </a:schemeClr>
        </a:solidFill>
        <a:round/>
      </a:ln>
    </cs:spPr>
  </cs:gridlineMajor>
  <cs:gridlineMinor>
    <cs:lnRef idx="0">
      <cs:styleClr val="0"/>
    </cs:lnRef>
    <cs:fillRef idx="0"/>
    <cs:effectRef idx="0"/>
    <cs:fontRef idx="minor">
      <a:schemeClr val="dk1"/>
    </cs:fontRef>
    <cs:spPr>
      <a:ln>
        <a:solidFill>
          <a:schemeClr val="lt1">
            <a:alpha val="10000"/>
          </a:schemeClr>
        </a:solidFill>
      </a:ln>
    </cs:spPr>
  </cs:gridlineMinor>
  <cs:hiLo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prstDash val="dash"/>
      </a:ln>
    </cs:spPr>
  </cs:hiLoLine>
  <cs:leader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</a:ln>
    </cs:spPr>
  </cs:leaderLine>
  <cs:legend>
    <cs:lnRef idx="0"/>
    <cs:fillRef idx="0"/>
    <cs:effectRef idx="0"/>
    <cs:fontRef idx="minor">
      <a:schemeClr val="lt1"/>
    </cs:fontRef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>
      <cs:styleClr val="0"/>
    </cs:lnRef>
    <cs:fillRef idx="0"/>
    <cs:effectRef idx="0"/>
    <cs:fontRef idx="minor">
      <a:schemeClr val="lt1"/>
    </cs:fontRef>
    <cs:spPr>
      <a:ln w="3175" cap="flat" cmpd="sng" algn="ctr">
        <a:solidFill>
          <a:schemeClr val="phClr">
            <a:lumMod val="60000"/>
            <a:lumOff val="40000"/>
          </a:schemeClr>
        </a:solidFill>
        <a:round/>
      </a:ln>
    </cs:spPr>
    <cs:defRPr sz="1197" kern="1200"/>
  </cs:seriesAxis>
  <cs:series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  <a:tint val="5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lt1"/>
    </cs:fontRef>
    <cs:defRPr sz="1995" b="1" kern="1200" cap="all" spc="100" normalizeH="0" baseline="0"/>
  </cs:title>
  <cs:trendline>
    <cs:lnRef idx="0"/>
    <cs:fillRef idx="0"/>
    <cs:effectRef idx="0"/>
    <cs:fontRef idx="minor">
      <a:schemeClr val="dk1"/>
    </cs:fontRef>
    <cs:spPr>
      <a:ln w="28575" cap="rnd">
        <a:solidFill>
          <a:schemeClr val="lt1">
            <a:alpha val="50000"/>
          </a:schemeClr>
        </a:solidFill>
        <a:round/>
      </a:ln>
    </cs:spPr>
  </cs:trendline>
  <cs:trendlineLabel>
    <cs:lnRef idx="0"/>
    <cs:fillRef idx="0"/>
    <cs:effectRef idx="0"/>
    <cs:fontRef idx="minor">
      <a:schemeClr val="lt1"/>
    </cs:fontRef>
    <cs:defRPr sz="1197" kern="1200"/>
  </cs:trendlineLabel>
  <cs:upBar>
    <cs:lnRef idx="0">
      <cs:styleClr val="0"/>
    </cs:lnRef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upBar>
  <cs:valueAxis>
    <cs:lnRef idx="0"/>
    <cs:fillRef idx="0"/>
    <cs:effectRef idx="0"/>
    <cs:fontRef idx="minor">
      <a:schemeClr val="lt1"/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14">
  <cs:axisTitle>
    <cs:lnRef idx="0"/>
    <cs:fillRef idx="0"/>
    <cs:effectRef idx="0"/>
    <cs:fontRef idx="minor">
      <a:schemeClr val="lt1"/>
    </cs:fontRef>
    <cs:defRPr sz="1197" b="1" kern="1200"/>
  </cs:axisTitle>
  <cs:categoryAxis>
    <cs:lnRef idx="0">
      <cs:styleClr val="0"/>
    </cs:lnRef>
    <cs:fillRef idx="0"/>
    <cs:effectRef idx="0"/>
    <cs:fontRef idx="minor">
      <a:schemeClr val="lt1"/>
    </cs:fontRef>
    <cs:spPr>
      <a:ln w="3175" cap="flat" cmpd="sng" algn="ctr">
        <a:solidFill>
          <a:schemeClr val="phClr">
            <a:lumMod val="60000"/>
            <a:lumOff val="40000"/>
          </a:schemeClr>
        </a:solidFill>
        <a:round/>
      </a:ln>
    </cs:spPr>
    <cs:defRPr sz="1064" kern="1200" cap="all" spc="150" normalizeH="0" baseline="0"/>
  </cs:categoryAxis>
  <cs:chartArea>
    <cs:lnRef idx="0">
      <cs:styleClr val="0"/>
    </cs:lnRef>
    <cs:fillRef idx="0">
      <cs:styleClr val="0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  <cs:defRPr sz="1330" kern="1200"/>
  </cs:chartArea>
  <cs:dataLabel>
    <cs:lnRef idx="0"/>
    <cs:fillRef idx="0">
      <cs:styleClr val="auto"/>
    </cs:fillRef>
    <cs:effectRef idx="0"/>
    <cs:fontRef idx="minor">
      <a:schemeClr val="lt1"/>
    </cs:fontRef>
    <cs:spPr>
      <a:solidFill>
        <a:schemeClr val="phClr">
          <a:alpha val="70000"/>
        </a:schemeClr>
      </a:solidFill>
    </cs:spPr>
    <cs:defRPr sz="1197" kern="120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lt1"/>
        </a:bgClr>
      </a:patt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lt1"/>
        </a:bgClr>
      </a:pattFill>
    </cs:spPr>
  </cs:dataPoint3D>
  <cs:dataPointLine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34925" cap="rnd">
        <a:solidFill>
          <a:schemeClr val="lt1"/>
        </a:solidFill>
        <a:round/>
      </a:ln>
      <a:effectLst>
        <a:outerShdw dist="25400" dir="2700000" algn="tl" rotWithShape="0">
          <a:schemeClr val="phClr"/>
        </a:outerShdw>
      </a:effectLst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22225">
        <a:solidFill>
          <a:schemeClr val="lt1"/>
        </a:solidFill>
        <a:round/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>
      <cs:styleClr val="0"/>
    </cs:lnRef>
    <cs:fillRef idx="0"/>
    <cs:effectRef idx="0"/>
    <cs:fontRef idx="minor">
      <a:schemeClr val="lt1"/>
    </cs:fontRef>
    <cs:spPr>
      <a:ln w="9525">
        <a:solidFill>
          <a:schemeClr val="phClr">
            <a:lumMod val="60000"/>
            <a:lumOff val="40000"/>
          </a:schemeClr>
        </a:solidFill>
      </a:ln>
    </cs:spPr>
    <cs:defRPr sz="1197" kern="1200"/>
  </cs:dataTable>
  <cs:downBar>
    <cs:lnRef idx="0">
      <cs:styleClr val="0"/>
    </cs:lnRef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downBar>
  <cs:drop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prstDash val="dash"/>
      </a:ln>
    </cs:spPr>
  </cs:dropLine>
  <cs:errorBar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round/>
      </a:ln>
      <a:effectLst>
        <a:glow rad="25400">
          <a:schemeClr val="lt1"/>
        </a:glow>
      </a:effectLst>
    </cs:spPr>
  </cs:errorBar>
  <cs:floor>
    <cs:lnRef idx="0"/>
    <cs:fillRef idx="0"/>
    <cs:effectRef idx="0"/>
    <cs:fontRef idx="minor">
      <a:schemeClr val="dk1"/>
    </cs:fontRef>
  </cs:floor>
  <cs:gridlineMajor>
    <cs:lnRef idx="0">
      <cs:styleClr val="0"/>
    </cs:lnRef>
    <cs:fillRef idx="0"/>
    <cs:effectRef idx="0"/>
    <cs:fontRef idx="minor">
      <a:schemeClr val="dk1"/>
    </cs:fontRef>
    <cs:spPr>
      <a:ln w="9525" cap="flat" cmpd="sng" algn="ctr">
        <a:solidFill>
          <a:schemeClr val="lt1">
            <a:alpha val="25000"/>
          </a:schemeClr>
        </a:solidFill>
        <a:round/>
      </a:ln>
    </cs:spPr>
  </cs:gridlineMajor>
  <cs:gridlineMinor>
    <cs:lnRef idx="0">
      <cs:styleClr val="0"/>
    </cs:lnRef>
    <cs:fillRef idx="0"/>
    <cs:effectRef idx="0"/>
    <cs:fontRef idx="minor">
      <a:schemeClr val="dk1"/>
    </cs:fontRef>
    <cs:spPr>
      <a:ln>
        <a:solidFill>
          <a:schemeClr val="lt1">
            <a:alpha val="10000"/>
          </a:schemeClr>
        </a:solidFill>
      </a:ln>
    </cs:spPr>
  </cs:gridlineMinor>
  <cs:hiLo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prstDash val="dash"/>
      </a:ln>
    </cs:spPr>
  </cs:hiLoLine>
  <cs:leader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</a:ln>
    </cs:spPr>
  </cs:leaderLine>
  <cs:legend>
    <cs:lnRef idx="0"/>
    <cs:fillRef idx="0"/>
    <cs:effectRef idx="0"/>
    <cs:fontRef idx="minor">
      <a:schemeClr val="lt1"/>
    </cs:fontRef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>
      <cs:styleClr val="0"/>
    </cs:lnRef>
    <cs:fillRef idx="0"/>
    <cs:effectRef idx="0"/>
    <cs:fontRef idx="minor">
      <a:schemeClr val="lt1"/>
    </cs:fontRef>
    <cs:spPr>
      <a:ln w="3175" cap="flat" cmpd="sng" algn="ctr">
        <a:solidFill>
          <a:schemeClr val="phClr">
            <a:lumMod val="60000"/>
            <a:lumOff val="40000"/>
          </a:schemeClr>
        </a:solidFill>
        <a:round/>
      </a:ln>
    </cs:spPr>
    <cs:defRPr sz="1197" kern="1200"/>
  </cs:seriesAxis>
  <cs:series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  <a:tint val="5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lt1"/>
    </cs:fontRef>
    <cs:defRPr sz="1995" b="1" kern="1200" cap="all" spc="100" normalizeH="0" baseline="0"/>
  </cs:title>
  <cs:trendline>
    <cs:lnRef idx="0"/>
    <cs:fillRef idx="0"/>
    <cs:effectRef idx="0"/>
    <cs:fontRef idx="minor">
      <a:schemeClr val="dk1"/>
    </cs:fontRef>
    <cs:spPr>
      <a:ln w="28575" cap="rnd">
        <a:solidFill>
          <a:schemeClr val="lt1">
            <a:alpha val="50000"/>
          </a:schemeClr>
        </a:solidFill>
        <a:round/>
      </a:ln>
    </cs:spPr>
  </cs:trendline>
  <cs:trendlineLabel>
    <cs:lnRef idx="0"/>
    <cs:fillRef idx="0"/>
    <cs:effectRef idx="0"/>
    <cs:fontRef idx="minor">
      <a:schemeClr val="lt1"/>
    </cs:fontRef>
    <cs:defRPr sz="1197" kern="1200"/>
  </cs:trendlineLabel>
  <cs:upBar>
    <cs:lnRef idx="0">
      <cs:styleClr val="0"/>
    </cs:lnRef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upBar>
  <cs:valueAxis>
    <cs:lnRef idx="0"/>
    <cs:fillRef idx="0"/>
    <cs:effectRef idx="0"/>
    <cs:fontRef idx="minor">
      <a:schemeClr val="lt1"/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AA20905-3954-474B-A606-562BCA026DC1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DC13AB6D-DEA2-4CBB-AC69-1EF1A6AD1512}">
      <dgm:prSet/>
      <dgm:spPr/>
      <dgm:t>
        <a:bodyPr/>
        <a:lstStyle/>
        <a:p>
          <a:pPr>
            <a:defRPr cap="all"/>
          </a:pPr>
          <a:r>
            <a:rPr lang="en-US" dirty="0"/>
            <a:t>THE COFFEE SHOPS HAS 3 REGIONS</a:t>
          </a:r>
        </a:p>
      </dgm:t>
    </dgm:pt>
    <dgm:pt modelId="{2C752582-D9FF-4E04-A92F-827DB4BB5C48}" type="parTrans" cxnId="{4B888393-351D-4489-90C9-5A68061AB236}">
      <dgm:prSet/>
      <dgm:spPr/>
      <dgm:t>
        <a:bodyPr/>
        <a:lstStyle/>
        <a:p>
          <a:endParaRPr lang="en-US"/>
        </a:p>
      </dgm:t>
    </dgm:pt>
    <dgm:pt modelId="{9C64CC83-643C-4E12-8F97-BC19DC031190}" type="sibTrans" cxnId="{4B888393-351D-4489-90C9-5A68061AB236}">
      <dgm:prSet phldrT="01" phldr="0"/>
      <dgm:spPr/>
      <dgm:t>
        <a:bodyPr/>
        <a:lstStyle/>
        <a:p>
          <a:r>
            <a:rPr lang="en-US"/>
            <a:t>01</a:t>
          </a:r>
          <a:endParaRPr lang="en-US" dirty="0"/>
        </a:p>
      </dgm:t>
    </dgm:pt>
    <dgm:pt modelId="{53742231-981F-480A-940F-203EC2F7423F}">
      <dgm:prSet/>
      <dgm:spPr/>
      <dgm:t>
        <a:bodyPr/>
        <a:lstStyle/>
        <a:p>
          <a:pPr>
            <a:defRPr cap="all"/>
          </a:pPr>
          <a:r>
            <a:rPr lang="en-US" dirty="0"/>
            <a:t>IT HAS BEEN RUINING FOR 6 MONTHS</a:t>
          </a:r>
        </a:p>
      </dgm:t>
    </dgm:pt>
    <dgm:pt modelId="{2FC75195-FBA1-43DE-85DD-40B4B3A2F1F3}" type="parTrans" cxnId="{F226B1C2-5D99-403A-8240-EAD6BD4D8534}">
      <dgm:prSet/>
      <dgm:spPr/>
      <dgm:t>
        <a:bodyPr/>
        <a:lstStyle/>
        <a:p>
          <a:endParaRPr lang="en-US"/>
        </a:p>
      </dgm:t>
    </dgm:pt>
    <dgm:pt modelId="{EF449C32-A7AE-4099-9E9B-9E2F736A89CE}" type="sibTrans" cxnId="{F226B1C2-5D99-403A-8240-EAD6BD4D8534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9EF41CC5-EF3B-4A6D-8229-3F1333EADFB3}">
      <dgm:prSet/>
      <dgm:spPr/>
      <dgm:t>
        <a:bodyPr/>
        <a:lstStyle/>
        <a:p>
          <a:pPr>
            <a:defRPr cap="all"/>
          </a:pPr>
          <a:r>
            <a:rPr lang="en-US" dirty="0"/>
            <a:t>SALES STARTED FROM JANUARY 2023- JUNE 2023.</a:t>
          </a:r>
        </a:p>
      </dgm:t>
    </dgm:pt>
    <dgm:pt modelId="{DAEF1C7D-B0C5-46FA-BED3-8A54E918D3E0}" type="parTrans" cxnId="{E476EEBC-7C9F-4E07-BD58-1044B9769B64}">
      <dgm:prSet/>
      <dgm:spPr/>
      <dgm:t>
        <a:bodyPr/>
        <a:lstStyle/>
        <a:p>
          <a:endParaRPr lang="en-US"/>
        </a:p>
      </dgm:t>
    </dgm:pt>
    <dgm:pt modelId="{98E6DD7C-B953-4119-9F64-9914E467ECBF}" type="sibTrans" cxnId="{E476EEBC-7C9F-4E07-BD58-1044B9769B64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579698BD-D232-4926-8D7B-29A69B90858B}" type="pres">
      <dgm:prSet presAssocID="{8AA20905-3954-474B-A606-562BCA026DC1}" presName="Name0" presStyleCnt="0">
        <dgm:presLayoutVars>
          <dgm:animLvl val="lvl"/>
          <dgm:resizeHandles val="exact"/>
        </dgm:presLayoutVars>
      </dgm:prSet>
      <dgm:spPr/>
    </dgm:pt>
    <dgm:pt modelId="{3DD5B223-886E-4FC7-BDA1-ECA869A474EC}" type="pres">
      <dgm:prSet presAssocID="{DC13AB6D-DEA2-4CBB-AC69-1EF1A6AD1512}" presName="compositeNode" presStyleCnt="0">
        <dgm:presLayoutVars>
          <dgm:bulletEnabled val="1"/>
        </dgm:presLayoutVars>
      </dgm:prSet>
      <dgm:spPr/>
    </dgm:pt>
    <dgm:pt modelId="{DA3A6BD4-857F-4C66-97FA-B1E1C180A950}" type="pres">
      <dgm:prSet presAssocID="{DC13AB6D-DEA2-4CBB-AC69-1EF1A6AD1512}" presName="bgRect" presStyleLbl="alignNode1" presStyleIdx="0" presStyleCnt="3"/>
      <dgm:spPr/>
    </dgm:pt>
    <dgm:pt modelId="{BBA91679-4684-4A04-8AEB-03038C78A75C}" type="pres">
      <dgm:prSet presAssocID="{9C64CC83-643C-4E12-8F97-BC19DC031190}" presName="sibTransNodeRect" presStyleLbl="alignNode1" presStyleIdx="0" presStyleCnt="3">
        <dgm:presLayoutVars>
          <dgm:chMax val="0"/>
          <dgm:bulletEnabled val="1"/>
        </dgm:presLayoutVars>
      </dgm:prSet>
      <dgm:spPr/>
    </dgm:pt>
    <dgm:pt modelId="{5F398AEE-BC0F-4F30-99FA-92D67A176C2D}" type="pres">
      <dgm:prSet presAssocID="{DC13AB6D-DEA2-4CBB-AC69-1EF1A6AD1512}" presName="nodeRect" presStyleLbl="alignNode1" presStyleIdx="0" presStyleCnt="3">
        <dgm:presLayoutVars>
          <dgm:bulletEnabled val="1"/>
        </dgm:presLayoutVars>
      </dgm:prSet>
      <dgm:spPr/>
    </dgm:pt>
    <dgm:pt modelId="{3C27A223-AC17-40BD-B7C5-0447661C2934}" type="pres">
      <dgm:prSet presAssocID="{9C64CC83-643C-4E12-8F97-BC19DC031190}" presName="sibTrans" presStyleCnt="0"/>
      <dgm:spPr/>
    </dgm:pt>
    <dgm:pt modelId="{0864151C-845B-4A50-9755-7EE613694D81}" type="pres">
      <dgm:prSet presAssocID="{53742231-981F-480A-940F-203EC2F7423F}" presName="compositeNode" presStyleCnt="0">
        <dgm:presLayoutVars>
          <dgm:bulletEnabled val="1"/>
        </dgm:presLayoutVars>
      </dgm:prSet>
      <dgm:spPr/>
    </dgm:pt>
    <dgm:pt modelId="{00AE7F27-0E5D-4AFB-ACD6-B5A19E79EA42}" type="pres">
      <dgm:prSet presAssocID="{53742231-981F-480A-940F-203EC2F7423F}" presName="bgRect" presStyleLbl="alignNode1" presStyleIdx="1" presStyleCnt="3"/>
      <dgm:spPr/>
    </dgm:pt>
    <dgm:pt modelId="{975C752B-C37A-4BA6-A3AE-2202A141404A}" type="pres">
      <dgm:prSet presAssocID="{EF449C32-A7AE-4099-9E9B-9E2F736A89CE}" presName="sibTransNodeRect" presStyleLbl="alignNode1" presStyleIdx="1" presStyleCnt="3">
        <dgm:presLayoutVars>
          <dgm:chMax val="0"/>
          <dgm:bulletEnabled val="1"/>
        </dgm:presLayoutVars>
      </dgm:prSet>
      <dgm:spPr/>
    </dgm:pt>
    <dgm:pt modelId="{C5BDCA19-B754-421E-A6CC-628F80FC74CB}" type="pres">
      <dgm:prSet presAssocID="{53742231-981F-480A-940F-203EC2F7423F}" presName="nodeRect" presStyleLbl="alignNode1" presStyleIdx="1" presStyleCnt="3">
        <dgm:presLayoutVars>
          <dgm:bulletEnabled val="1"/>
        </dgm:presLayoutVars>
      </dgm:prSet>
      <dgm:spPr/>
    </dgm:pt>
    <dgm:pt modelId="{3E36C1DA-E751-469B-91D5-B7ADF3790DAB}" type="pres">
      <dgm:prSet presAssocID="{EF449C32-A7AE-4099-9E9B-9E2F736A89CE}" presName="sibTrans" presStyleCnt="0"/>
      <dgm:spPr/>
    </dgm:pt>
    <dgm:pt modelId="{19974A3A-09A4-40DE-BB0F-D9AED1ACB06E}" type="pres">
      <dgm:prSet presAssocID="{9EF41CC5-EF3B-4A6D-8229-3F1333EADFB3}" presName="compositeNode" presStyleCnt="0">
        <dgm:presLayoutVars>
          <dgm:bulletEnabled val="1"/>
        </dgm:presLayoutVars>
      </dgm:prSet>
      <dgm:spPr/>
    </dgm:pt>
    <dgm:pt modelId="{CAD62F17-E99D-4FEF-B376-961CA4CB20EB}" type="pres">
      <dgm:prSet presAssocID="{9EF41CC5-EF3B-4A6D-8229-3F1333EADFB3}" presName="bgRect" presStyleLbl="alignNode1" presStyleIdx="2" presStyleCnt="3"/>
      <dgm:spPr/>
    </dgm:pt>
    <dgm:pt modelId="{E20811D6-E5D4-4C9E-AABF-9E0E1902CA2C}" type="pres">
      <dgm:prSet presAssocID="{98E6DD7C-B953-4119-9F64-9914E467ECBF}" presName="sibTransNodeRect" presStyleLbl="alignNode1" presStyleIdx="2" presStyleCnt="3">
        <dgm:presLayoutVars>
          <dgm:chMax val="0"/>
          <dgm:bulletEnabled val="1"/>
        </dgm:presLayoutVars>
      </dgm:prSet>
      <dgm:spPr/>
    </dgm:pt>
    <dgm:pt modelId="{67D48337-9200-42EF-A956-8FC92E9B78D2}" type="pres">
      <dgm:prSet presAssocID="{9EF41CC5-EF3B-4A6D-8229-3F1333EADFB3}" presName="nodeRect" presStyleLbl="alignNode1" presStyleIdx="2" presStyleCnt="3">
        <dgm:presLayoutVars>
          <dgm:bulletEnabled val="1"/>
        </dgm:presLayoutVars>
      </dgm:prSet>
      <dgm:spPr/>
    </dgm:pt>
  </dgm:ptLst>
  <dgm:cxnLst>
    <dgm:cxn modelId="{43B61840-F115-4174-96B9-DA0C0E83489E}" type="presOf" srcId="{9EF41CC5-EF3B-4A6D-8229-3F1333EADFB3}" destId="{CAD62F17-E99D-4FEF-B376-961CA4CB20EB}" srcOrd="0" destOrd="0" presId="urn:microsoft.com/office/officeart/2016/7/layout/LinearBlockProcessNumbered"/>
    <dgm:cxn modelId="{0439566F-A180-439C-8FAE-14E400EF2DCF}" type="presOf" srcId="{8AA20905-3954-474B-A606-562BCA026DC1}" destId="{579698BD-D232-4926-8D7B-29A69B90858B}" srcOrd="0" destOrd="0" presId="urn:microsoft.com/office/officeart/2016/7/layout/LinearBlockProcessNumbered"/>
    <dgm:cxn modelId="{29280853-1A86-48A7-BA30-A3847B3BBF6D}" type="presOf" srcId="{98E6DD7C-B953-4119-9F64-9914E467ECBF}" destId="{E20811D6-E5D4-4C9E-AABF-9E0E1902CA2C}" srcOrd="0" destOrd="0" presId="urn:microsoft.com/office/officeart/2016/7/layout/LinearBlockProcessNumbered"/>
    <dgm:cxn modelId="{F6B1598F-1951-460F-BB68-54B32A798437}" type="presOf" srcId="{DC13AB6D-DEA2-4CBB-AC69-1EF1A6AD1512}" destId="{5F398AEE-BC0F-4F30-99FA-92D67A176C2D}" srcOrd="1" destOrd="0" presId="urn:microsoft.com/office/officeart/2016/7/layout/LinearBlockProcessNumbered"/>
    <dgm:cxn modelId="{4B888393-351D-4489-90C9-5A68061AB236}" srcId="{8AA20905-3954-474B-A606-562BCA026DC1}" destId="{DC13AB6D-DEA2-4CBB-AC69-1EF1A6AD1512}" srcOrd="0" destOrd="0" parTransId="{2C752582-D9FF-4E04-A92F-827DB4BB5C48}" sibTransId="{9C64CC83-643C-4E12-8F97-BC19DC031190}"/>
    <dgm:cxn modelId="{BA068B95-2DA2-453B-8162-90B6AB26C20F}" type="presOf" srcId="{DC13AB6D-DEA2-4CBB-AC69-1EF1A6AD1512}" destId="{DA3A6BD4-857F-4C66-97FA-B1E1C180A950}" srcOrd="0" destOrd="0" presId="urn:microsoft.com/office/officeart/2016/7/layout/LinearBlockProcessNumbered"/>
    <dgm:cxn modelId="{07D44DA2-D4CF-4582-A029-20843D5E0F23}" type="presOf" srcId="{53742231-981F-480A-940F-203EC2F7423F}" destId="{C5BDCA19-B754-421E-A6CC-628F80FC74CB}" srcOrd="1" destOrd="0" presId="urn:microsoft.com/office/officeart/2016/7/layout/LinearBlockProcessNumbered"/>
    <dgm:cxn modelId="{E476EEBC-7C9F-4E07-BD58-1044B9769B64}" srcId="{8AA20905-3954-474B-A606-562BCA026DC1}" destId="{9EF41CC5-EF3B-4A6D-8229-3F1333EADFB3}" srcOrd="2" destOrd="0" parTransId="{DAEF1C7D-B0C5-46FA-BED3-8A54E918D3E0}" sibTransId="{98E6DD7C-B953-4119-9F64-9914E467ECBF}"/>
    <dgm:cxn modelId="{FDD130C2-CD74-4EFB-A226-A939177EE674}" type="presOf" srcId="{53742231-981F-480A-940F-203EC2F7423F}" destId="{00AE7F27-0E5D-4AFB-ACD6-B5A19E79EA42}" srcOrd="0" destOrd="0" presId="urn:microsoft.com/office/officeart/2016/7/layout/LinearBlockProcessNumbered"/>
    <dgm:cxn modelId="{F226B1C2-5D99-403A-8240-EAD6BD4D8534}" srcId="{8AA20905-3954-474B-A606-562BCA026DC1}" destId="{53742231-981F-480A-940F-203EC2F7423F}" srcOrd="1" destOrd="0" parTransId="{2FC75195-FBA1-43DE-85DD-40B4B3A2F1F3}" sibTransId="{EF449C32-A7AE-4099-9E9B-9E2F736A89CE}"/>
    <dgm:cxn modelId="{714928C7-F07E-48C4-BE9E-4842896AB09C}" type="presOf" srcId="{9C64CC83-643C-4E12-8F97-BC19DC031190}" destId="{BBA91679-4684-4A04-8AEB-03038C78A75C}" srcOrd="0" destOrd="0" presId="urn:microsoft.com/office/officeart/2016/7/layout/LinearBlockProcessNumbered"/>
    <dgm:cxn modelId="{7D7B6CF4-1A1D-4E61-B5FE-C95185EF2648}" type="presOf" srcId="{9EF41CC5-EF3B-4A6D-8229-3F1333EADFB3}" destId="{67D48337-9200-42EF-A956-8FC92E9B78D2}" srcOrd="1" destOrd="0" presId="urn:microsoft.com/office/officeart/2016/7/layout/LinearBlockProcessNumbered"/>
    <dgm:cxn modelId="{B9FDDAF6-ABE3-43D5-A54F-4A0002D3FD47}" type="presOf" srcId="{EF449C32-A7AE-4099-9E9B-9E2F736A89CE}" destId="{975C752B-C37A-4BA6-A3AE-2202A141404A}" srcOrd="0" destOrd="0" presId="urn:microsoft.com/office/officeart/2016/7/layout/LinearBlockProcessNumbered"/>
    <dgm:cxn modelId="{6A5BED3A-71F8-4A71-9E51-1F50D58497B5}" type="presParOf" srcId="{579698BD-D232-4926-8D7B-29A69B90858B}" destId="{3DD5B223-886E-4FC7-BDA1-ECA869A474EC}" srcOrd="0" destOrd="0" presId="urn:microsoft.com/office/officeart/2016/7/layout/LinearBlockProcessNumbered"/>
    <dgm:cxn modelId="{50ED9B3F-B939-4662-8866-7D833C2E0794}" type="presParOf" srcId="{3DD5B223-886E-4FC7-BDA1-ECA869A474EC}" destId="{DA3A6BD4-857F-4C66-97FA-B1E1C180A950}" srcOrd="0" destOrd="0" presId="urn:microsoft.com/office/officeart/2016/7/layout/LinearBlockProcessNumbered"/>
    <dgm:cxn modelId="{0D013F25-1B82-4F7B-AEF4-E93C2E95B0C3}" type="presParOf" srcId="{3DD5B223-886E-4FC7-BDA1-ECA869A474EC}" destId="{BBA91679-4684-4A04-8AEB-03038C78A75C}" srcOrd="1" destOrd="0" presId="urn:microsoft.com/office/officeart/2016/7/layout/LinearBlockProcessNumbered"/>
    <dgm:cxn modelId="{1E713196-E09A-42B0-BC2D-5294D0D9C36F}" type="presParOf" srcId="{3DD5B223-886E-4FC7-BDA1-ECA869A474EC}" destId="{5F398AEE-BC0F-4F30-99FA-92D67A176C2D}" srcOrd="2" destOrd="0" presId="urn:microsoft.com/office/officeart/2016/7/layout/LinearBlockProcessNumbered"/>
    <dgm:cxn modelId="{F8935481-B234-48A2-8E9B-6F423817537E}" type="presParOf" srcId="{579698BD-D232-4926-8D7B-29A69B90858B}" destId="{3C27A223-AC17-40BD-B7C5-0447661C2934}" srcOrd="1" destOrd="0" presId="urn:microsoft.com/office/officeart/2016/7/layout/LinearBlockProcessNumbered"/>
    <dgm:cxn modelId="{2A71550B-14EE-4B95-A40C-E132F64E84DB}" type="presParOf" srcId="{579698BD-D232-4926-8D7B-29A69B90858B}" destId="{0864151C-845B-4A50-9755-7EE613694D81}" srcOrd="2" destOrd="0" presId="urn:microsoft.com/office/officeart/2016/7/layout/LinearBlockProcessNumbered"/>
    <dgm:cxn modelId="{819F34FD-11F2-459D-B90D-FA1539737ADA}" type="presParOf" srcId="{0864151C-845B-4A50-9755-7EE613694D81}" destId="{00AE7F27-0E5D-4AFB-ACD6-B5A19E79EA42}" srcOrd="0" destOrd="0" presId="urn:microsoft.com/office/officeart/2016/7/layout/LinearBlockProcessNumbered"/>
    <dgm:cxn modelId="{FAA4A22E-63A9-40D7-AF37-15573F3C350A}" type="presParOf" srcId="{0864151C-845B-4A50-9755-7EE613694D81}" destId="{975C752B-C37A-4BA6-A3AE-2202A141404A}" srcOrd="1" destOrd="0" presId="urn:microsoft.com/office/officeart/2016/7/layout/LinearBlockProcessNumbered"/>
    <dgm:cxn modelId="{ABA4B620-C848-4944-B91E-2E492EED893C}" type="presParOf" srcId="{0864151C-845B-4A50-9755-7EE613694D81}" destId="{C5BDCA19-B754-421E-A6CC-628F80FC74CB}" srcOrd="2" destOrd="0" presId="urn:microsoft.com/office/officeart/2016/7/layout/LinearBlockProcessNumbered"/>
    <dgm:cxn modelId="{981D06A1-F8EB-4C14-9C2A-EA505D9C81FA}" type="presParOf" srcId="{579698BD-D232-4926-8D7B-29A69B90858B}" destId="{3E36C1DA-E751-469B-91D5-B7ADF3790DAB}" srcOrd="3" destOrd="0" presId="urn:microsoft.com/office/officeart/2016/7/layout/LinearBlockProcessNumbered"/>
    <dgm:cxn modelId="{D7BB022A-2504-497B-9672-D97F4CB95B15}" type="presParOf" srcId="{579698BD-D232-4926-8D7B-29A69B90858B}" destId="{19974A3A-09A4-40DE-BB0F-D9AED1ACB06E}" srcOrd="4" destOrd="0" presId="urn:microsoft.com/office/officeart/2016/7/layout/LinearBlockProcessNumbered"/>
    <dgm:cxn modelId="{A085F843-0169-43CB-B042-74EAB6E1674B}" type="presParOf" srcId="{19974A3A-09A4-40DE-BB0F-D9AED1ACB06E}" destId="{CAD62F17-E99D-4FEF-B376-961CA4CB20EB}" srcOrd="0" destOrd="0" presId="urn:microsoft.com/office/officeart/2016/7/layout/LinearBlockProcessNumbered"/>
    <dgm:cxn modelId="{A179DBCD-25F3-44B6-BAA7-26EBC7B29448}" type="presParOf" srcId="{19974A3A-09A4-40DE-BB0F-D9AED1ACB06E}" destId="{E20811D6-E5D4-4C9E-AABF-9E0E1902CA2C}" srcOrd="1" destOrd="0" presId="urn:microsoft.com/office/officeart/2016/7/layout/LinearBlockProcessNumbered"/>
    <dgm:cxn modelId="{7429BDE6-E17F-4E08-960D-D62B256C81F6}" type="presParOf" srcId="{19974A3A-09A4-40DE-BB0F-D9AED1ACB06E}" destId="{67D48337-9200-42EF-A956-8FC92E9B78D2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3A6BD4-857F-4C66-97FA-B1E1C180A950}">
      <dsp:nvSpPr>
        <dsp:cNvPr id="0" name=""/>
        <dsp:cNvSpPr/>
      </dsp:nvSpPr>
      <dsp:spPr>
        <a:xfrm>
          <a:off x="808" y="0"/>
          <a:ext cx="3275967" cy="371475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593" tIns="0" rIns="323593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600" kern="1200" dirty="0"/>
            <a:t>THE COFFEE SHOPS HAS 3 REGIONS</a:t>
          </a:r>
        </a:p>
      </dsp:txBody>
      <dsp:txXfrm>
        <a:off x="808" y="1485900"/>
        <a:ext cx="3275967" cy="2228850"/>
      </dsp:txXfrm>
    </dsp:sp>
    <dsp:sp modelId="{BBA91679-4684-4A04-8AEB-03038C78A75C}">
      <dsp:nvSpPr>
        <dsp:cNvPr id="0" name=""/>
        <dsp:cNvSpPr/>
      </dsp:nvSpPr>
      <dsp:spPr>
        <a:xfrm>
          <a:off x="808" y="0"/>
          <a:ext cx="3275967" cy="1485900"/>
        </a:xfrm>
        <a:prstGeom prst="rect">
          <a:avLst/>
        </a:prstGeom>
        <a:noFill/>
        <a:ln w="15875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593" tIns="165100" rIns="323593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01</a:t>
          </a:r>
          <a:endParaRPr lang="en-US" sz="6600" kern="1200" dirty="0"/>
        </a:p>
      </dsp:txBody>
      <dsp:txXfrm>
        <a:off x="808" y="0"/>
        <a:ext cx="3275967" cy="1485900"/>
      </dsp:txXfrm>
    </dsp:sp>
    <dsp:sp modelId="{00AE7F27-0E5D-4AFB-ACD6-B5A19E79EA42}">
      <dsp:nvSpPr>
        <dsp:cNvPr id="0" name=""/>
        <dsp:cNvSpPr/>
      </dsp:nvSpPr>
      <dsp:spPr>
        <a:xfrm>
          <a:off x="3538853" y="0"/>
          <a:ext cx="3275967" cy="371475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593" tIns="0" rIns="323593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600" kern="1200" dirty="0"/>
            <a:t>IT HAS BEEN RUINING FOR 6 MONTHS</a:t>
          </a:r>
        </a:p>
      </dsp:txBody>
      <dsp:txXfrm>
        <a:off x="3538853" y="1485900"/>
        <a:ext cx="3275967" cy="2228850"/>
      </dsp:txXfrm>
    </dsp:sp>
    <dsp:sp modelId="{975C752B-C37A-4BA6-A3AE-2202A141404A}">
      <dsp:nvSpPr>
        <dsp:cNvPr id="0" name=""/>
        <dsp:cNvSpPr/>
      </dsp:nvSpPr>
      <dsp:spPr>
        <a:xfrm>
          <a:off x="3538853" y="0"/>
          <a:ext cx="3275967" cy="1485900"/>
        </a:xfrm>
        <a:prstGeom prst="rect">
          <a:avLst/>
        </a:prstGeom>
        <a:noFill/>
        <a:ln w="15875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593" tIns="165100" rIns="323593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02</a:t>
          </a:r>
        </a:p>
      </dsp:txBody>
      <dsp:txXfrm>
        <a:off x="3538853" y="0"/>
        <a:ext cx="3275967" cy="1485900"/>
      </dsp:txXfrm>
    </dsp:sp>
    <dsp:sp modelId="{CAD62F17-E99D-4FEF-B376-961CA4CB20EB}">
      <dsp:nvSpPr>
        <dsp:cNvPr id="0" name=""/>
        <dsp:cNvSpPr/>
      </dsp:nvSpPr>
      <dsp:spPr>
        <a:xfrm>
          <a:off x="7076898" y="0"/>
          <a:ext cx="3275967" cy="371475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593" tIns="0" rIns="323593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600" kern="1200" dirty="0"/>
            <a:t>SALES STARTED FROM JANUARY 2023- JUNE 2023.</a:t>
          </a:r>
        </a:p>
      </dsp:txBody>
      <dsp:txXfrm>
        <a:off x="7076898" y="1485900"/>
        <a:ext cx="3275967" cy="2228850"/>
      </dsp:txXfrm>
    </dsp:sp>
    <dsp:sp modelId="{E20811D6-E5D4-4C9E-AABF-9E0E1902CA2C}">
      <dsp:nvSpPr>
        <dsp:cNvPr id="0" name=""/>
        <dsp:cNvSpPr/>
      </dsp:nvSpPr>
      <dsp:spPr>
        <a:xfrm>
          <a:off x="7076898" y="0"/>
          <a:ext cx="3275967" cy="1485900"/>
        </a:xfrm>
        <a:prstGeom prst="rect">
          <a:avLst/>
        </a:prstGeom>
        <a:noFill/>
        <a:ln w="15875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593" tIns="165100" rIns="323593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03</a:t>
          </a:r>
        </a:p>
      </dsp:txBody>
      <dsp:txXfrm>
        <a:off x="7076898" y="0"/>
        <a:ext cx="3275967" cy="14859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11/1/2025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2525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11/1/2025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865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11/1/2025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486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11/1/2025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175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11/1/2025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887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11/1/2025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888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11/1/2025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916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11/1/2025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479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11/1/2025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378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11/1/2025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665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11/1/2025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2055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11/1/2025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805943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11/1/2025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8362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11/1/2025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406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11/1/2025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3026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E833E-1B6D-415F-AD29-75AE8C43BD0D}" type="datetime1">
              <a:rPr lang="en-US" smtClean="0"/>
              <a:t>11/1/2025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1586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2596F-08A7-4B70-989A-F2B1CF31E66B}" type="datetime1">
              <a:rPr lang="en-US" smtClean="0"/>
              <a:t>11/1/2025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527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blackWhite"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11/1/2025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8027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3" r:id="rId1"/>
    <p:sldLayoutId id="2147483715" r:id="rId2"/>
    <p:sldLayoutId id="2147483716" r:id="rId3"/>
    <p:sldLayoutId id="2147483714" r:id="rId4"/>
    <p:sldLayoutId id="2147483710" r:id="rId5"/>
    <p:sldLayoutId id="2147483694" r:id="rId6"/>
    <p:sldLayoutId id="2147483695" r:id="rId7"/>
    <p:sldLayoutId id="2147483696" r:id="rId8"/>
    <p:sldLayoutId id="2147483697" r:id="rId9"/>
    <p:sldLayoutId id="2147483699" r:id="rId10"/>
    <p:sldLayoutId id="2147483693" r:id="rId11"/>
    <p:sldLayoutId id="2147483700" r:id="rId12"/>
    <p:sldLayoutId id="2147483701" r:id="rId13"/>
    <p:sldLayoutId id="2147483703" r:id="rId14"/>
    <p:sldLayoutId id="2147483704" r:id="rId15"/>
    <p:sldLayoutId id="2147483702" r:id="rId16"/>
    <p:sldLayoutId id="2147483698" r:id="rId17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cup, coffee, food, beverage&#10;&#10;Description automatically generated">
            <a:extLst>
              <a:ext uri="{FF2B5EF4-FFF2-40B4-BE49-F238E27FC236}">
                <a16:creationId xmlns:a16="http://schemas.microsoft.com/office/drawing/2014/main" id="{91BC5572-FC33-4C1C-8DEE-C2CF75A7564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0693" y="1087120"/>
            <a:ext cx="9440034" cy="2648381"/>
          </a:xfrm>
        </p:spPr>
        <p:txBody>
          <a:bodyPr>
            <a:normAutofit/>
          </a:bodyPr>
          <a:lstStyle/>
          <a:p>
            <a:r>
              <a:rPr lang="en-US" sz="7200" dirty="0"/>
              <a:t>Coffee-Shop Sales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0693" y="3910649"/>
            <a:ext cx="9440034" cy="1397951"/>
          </a:xfrm>
        </p:spPr>
        <p:txBody>
          <a:bodyPr>
            <a:normAutofit/>
          </a:bodyPr>
          <a:lstStyle/>
          <a:p>
            <a:r>
              <a:rPr lang="en-US" sz="2800" dirty="0"/>
              <a:t>LINDOKUHLE NKAMBULE</a:t>
            </a:r>
          </a:p>
        </p:txBody>
      </p:sp>
    </p:spTree>
    <p:extLst>
      <p:ext uri="{BB962C8B-B14F-4D97-AF65-F5344CB8AC3E}">
        <p14:creationId xmlns:p14="http://schemas.microsoft.com/office/powerpoint/2010/main" val="633738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A748D-BEEC-43A4-BFF3-B31C0275A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</p:spPr>
        <p:txBody>
          <a:bodyPr>
            <a:normAutofit/>
          </a:bodyPr>
          <a:lstStyle/>
          <a:p>
            <a:r>
              <a:rPr lang="en-US" dirty="0"/>
              <a:t>Data Analysis</a:t>
            </a:r>
          </a:p>
        </p:txBody>
      </p:sp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AED04DAF-1E3F-4397-8834-E64118E9B2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20477250"/>
              </p:ext>
            </p:extLst>
          </p:nvPr>
        </p:nvGraphicFramePr>
        <p:xfrm>
          <a:off x="914400" y="2076450"/>
          <a:ext cx="10353675" cy="37147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89089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EEEC6-EB10-FDE0-7D18-E6B3ED1DC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844627"/>
          </a:xfrm>
        </p:spPr>
        <p:txBody>
          <a:bodyPr/>
          <a:lstStyle/>
          <a:p>
            <a:r>
              <a:rPr lang="en-US" dirty="0"/>
              <a:t>Problem statement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FE385E-BAB5-62EE-204F-E7EAB5D398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Coffee shop is running smooth shop, but we want to have insight which product have most sales, in which regions and what time bucket are the busiest.</a:t>
            </a:r>
          </a:p>
          <a:p>
            <a:r>
              <a:rPr lang="en-US" dirty="0"/>
              <a:t>Raw data set from everyday sales can not show analysis but it can be  foundation of producing insightful analysis.</a:t>
            </a:r>
          </a:p>
          <a:p>
            <a:r>
              <a:rPr lang="en-US" dirty="0"/>
              <a:t>We want to visualize months that boost sales.</a:t>
            </a:r>
          </a:p>
          <a:p>
            <a:r>
              <a:rPr lang="en-US" dirty="0"/>
              <a:t>We want to visualize which product generates more revenues.</a:t>
            </a:r>
            <a:endParaRPr lang="en-ZA" dirty="0"/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1467651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4B6B6-CE80-242E-2FCA-A006456A0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Technology used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1EC759-A8B5-86EE-0798-C46CAD533B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ETL(Extract, Transform, Load)- We prepare raw data set for analysis, clean, format, and enrich the data to make it usable.</a:t>
            </a:r>
          </a:p>
          <a:p>
            <a:r>
              <a:rPr lang="en-US" dirty="0"/>
              <a:t>SQL-For querying databases, It helps you retrieve, manipulate, and analyze data stored in tables.</a:t>
            </a:r>
          </a:p>
          <a:p>
            <a:r>
              <a:rPr lang="en-US" dirty="0"/>
              <a:t>Snowflakes- is a cloud data warehouse that we upload our raw data set into, I write queries to retrieve explore and manipulate data easily.</a:t>
            </a:r>
          </a:p>
          <a:p>
            <a:r>
              <a:rPr lang="en-US" dirty="0"/>
              <a:t>Manages pipeline for our dataflow.</a:t>
            </a:r>
          </a:p>
          <a:p>
            <a:r>
              <a:rPr lang="en-US" dirty="0"/>
              <a:t>  Excel Pivots tables and graphs are the best tool for analysis.</a:t>
            </a:r>
          </a:p>
          <a:p>
            <a:r>
              <a:rPr lang="en-US" dirty="0"/>
              <a:t>Power BI for visualization and reports.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2747795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CD543-4DF7-DE7A-0386-D49D8E842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59745"/>
            <a:ext cx="10353762" cy="952959"/>
          </a:xfrm>
        </p:spPr>
        <p:txBody>
          <a:bodyPr/>
          <a:lstStyle/>
          <a:p>
            <a:r>
              <a:rPr lang="en-US" dirty="0"/>
              <a:t>Project planning with Mira</a:t>
            </a:r>
            <a:endParaRPr lang="en-ZA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80FEA23-3053-2412-A959-5380D45C39EB}"/>
              </a:ext>
            </a:extLst>
          </p:cNvPr>
          <p:cNvSpPr/>
          <p:nvPr/>
        </p:nvSpPr>
        <p:spPr>
          <a:xfrm>
            <a:off x="0" y="1608462"/>
            <a:ext cx="12191999" cy="524953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1D79BAC-7ED6-46B1-9D1E-1C88526891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044" y="1877790"/>
            <a:ext cx="11737911" cy="4633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8489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D969F-821B-8A62-9566-596E19C31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Raw data set before ETL on Snowflakes, 11 columns </a:t>
            </a:r>
            <a:endParaRPr lang="en-ZA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3542152-FA16-BE2F-98AF-ED4392CC0806}"/>
              </a:ext>
            </a:extLst>
          </p:cNvPr>
          <p:cNvSpPr/>
          <p:nvPr/>
        </p:nvSpPr>
        <p:spPr>
          <a:xfrm>
            <a:off x="187287" y="1866900"/>
            <a:ext cx="11578727" cy="4991100"/>
          </a:xfrm>
          <a:prstGeom prst="round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36392F6-22E8-201A-C909-DCD68A202A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843" y="1972702"/>
            <a:ext cx="10716714" cy="4769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8269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FDE13-9CC7-E6CF-5794-0FC1D28DB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288" y="0"/>
            <a:ext cx="12004712" cy="1779234"/>
          </a:xfrm>
        </p:spPr>
        <p:txBody>
          <a:bodyPr>
            <a:normAutofit/>
          </a:bodyPr>
          <a:lstStyle/>
          <a:p>
            <a:r>
              <a:rPr lang="en-US" dirty="0"/>
              <a:t>ETL-SQL query to extract data from database schema and table</a:t>
            </a:r>
            <a:endParaRPr lang="en-ZA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9D9CCFF-2CF9-D1A3-1C05-4C36DA42E257}"/>
              </a:ext>
            </a:extLst>
          </p:cNvPr>
          <p:cNvSpPr/>
          <p:nvPr/>
        </p:nvSpPr>
        <p:spPr>
          <a:xfrm>
            <a:off x="187287" y="1866900"/>
            <a:ext cx="11578727" cy="4991100"/>
          </a:xfrm>
          <a:prstGeom prst="round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A2716AC-FD86-61B9-C519-009EC149B7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793" y="1983047"/>
            <a:ext cx="10906699" cy="4671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6224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DB5F5-E81A-241A-8BAC-0E8AF2158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164116"/>
          </a:xfrm>
        </p:spPr>
        <p:txBody>
          <a:bodyPr>
            <a:normAutofit fontScale="90000"/>
          </a:bodyPr>
          <a:lstStyle/>
          <a:p>
            <a:r>
              <a:rPr lang="en-US" dirty="0"/>
              <a:t>Extracted, cleaned and modelled data set after SQL, loaded to excel csv, 16 Columns </a:t>
            </a:r>
            <a:endParaRPr lang="en-ZA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C16B793-F84A-1D3E-9E68-2F63B7CBDB1D}"/>
              </a:ext>
            </a:extLst>
          </p:cNvPr>
          <p:cNvSpPr/>
          <p:nvPr/>
        </p:nvSpPr>
        <p:spPr>
          <a:xfrm>
            <a:off x="159860" y="2357610"/>
            <a:ext cx="11303306" cy="435717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2864C3-4967-1976-0A37-6E8C196A45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709" y="2500831"/>
            <a:ext cx="10686362" cy="4213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2197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D85B3-EE0D-B788-2A38-D47868752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77118"/>
            <a:ext cx="10353762" cy="1035586"/>
          </a:xfrm>
        </p:spPr>
        <p:txBody>
          <a:bodyPr/>
          <a:lstStyle/>
          <a:p>
            <a:r>
              <a:rPr lang="en-US" dirty="0"/>
              <a:t>Pivot tables and Graphs</a:t>
            </a:r>
            <a:endParaRPr lang="en-ZA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38A58B5-F464-F444-36CD-5F434FC4A0BC}"/>
              </a:ext>
            </a:extLst>
          </p:cNvPr>
          <p:cNvSpPr/>
          <p:nvPr/>
        </p:nvSpPr>
        <p:spPr>
          <a:xfrm>
            <a:off x="0" y="1487276"/>
            <a:ext cx="12191999" cy="5370724"/>
          </a:xfrm>
          <a:prstGeom prst="rect">
            <a:avLst/>
          </a:prstGeom>
          <a:solidFill>
            <a:schemeClr val="bg2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96AB850A-2DE7-4FD7-A90E-E4097732D21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79250378"/>
              </p:ext>
            </p:extLst>
          </p:nvPr>
        </p:nvGraphicFramePr>
        <p:xfrm>
          <a:off x="1" y="2049136"/>
          <a:ext cx="12191998" cy="48088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5C264D2B-E110-BC5D-2CCD-846B451D17A9}"/>
              </a:ext>
            </a:extLst>
          </p:cNvPr>
          <p:cNvSpPr/>
          <p:nvPr/>
        </p:nvSpPr>
        <p:spPr>
          <a:xfrm>
            <a:off x="0" y="1487275"/>
            <a:ext cx="12191998" cy="561861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Revenue across all the store increased by 5o% from February to June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0708511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37CDF9B-129F-F47A-C4BD-94F0E773E540}"/>
              </a:ext>
            </a:extLst>
          </p:cNvPr>
          <p:cNvSpPr/>
          <p:nvPr/>
        </p:nvSpPr>
        <p:spPr>
          <a:xfrm>
            <a:off x="0" y="1866900"/>
            <a:ext cx="5023692" cy="49910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D424CB-818B-B113-A92A-E82526242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14400"/>
          </a:xfrm>
        </p:spPr>
        <p:txBody>
          <a:bodyPr>
            <a:normAutofit/>
          </a:bodyPr>
          <a:lstStyle/>
          <a:p>
            <a:r>
              <a:rPr lang="en-US" dirty="0"/>
              <a:t>Populating month with the highest total Revenue</a:t>
            </a:r>
            <a:endParaRPr lang="en-ZA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9A03BD-3CE4-04EC-201E-A33E4EDAD7EE}"/>
              </a:ext>
            </a:extLst>
          </p:cNvPr>
          <p:cNvSpPr/>
          <p:nvPr/>
        </p:nvSpPr>
        <p:spPr>
          <a:xfrm>
            <a:off x="0" y="1866901"/>
            <a:ext cx="12192000" cy="499110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71FFE1BB-784D-4D6B-4042-E2AEEB6D2EE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18188057"/>
              </p:ext>
            </p:extLst>
          </p:nvPr>
        </p:nvGraphicFramePr>
        <p:xfrm>
          <a:off x="88135" y="1961002"/>
          <a:ext cx="4814371" cy="47813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439ECFC7-EAC4-BAD5-42EF-9E27F863D28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36158831"/>
              </p:ext>
            </p:extLst>
          </p:nvPr>
        </p:nvGraphicFramePr>
        <p:xfrm>
          <a:off x="7080174" y="1961002"/>
          <a:ext cx="5023691" cy="47813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C4B1187-9520-9F68-5789-19A6E7611D7C}"/>
              </a:ext>
            </a:extLst>
          </p:cNvPr>
          <p:cNvSpPr/>
          <p:nvPr/>
        </p:nvSpPr>
        <p:spPr>
          <a:xfrm>
            <a:off x="5111827" y="2445744"/>
            <a:ext cx="1847161" cy="1388125"/>
          </a:xfrm>
          <a:prstGeom prst="roundRect">
            <a:avLst/>
          </a:prstGeom>
          <a:effectLst>
            <a:innerShdw blurRad="114300">
              <a:prstClr val="black"/>
            </a:inn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Total Revenue=</a:t>
            </a:r>
            <a:r>
              <a:rPr lang="en-ZA" dirty="0"/>
              <a:t>R698812.33</a:t>
            </a:r>
          </a:p>
          <a:p>
            <a:pPr algn="ctr"/>
            <a:r>
              <a:rPr lang="en-US" dirty="0"/>
              <a:t> from Jan-Jun</a:t>
            </a:r>
            <a:endParaRPr lang="en-ZA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AB48D50-A2E2-C9B1-A0D5-2D2B888CBA9B}"/>
              </a:ext>
            </a:extLst>
          </p:cNvPr>
          <p:cNvSpPr/>
          <p:nvPr/>
        </p:nvSpPr>
        <p:spPr>
          <a:xfrm>
            <a:off x="0" y="793213"/>
            <a:ext cx="12191999" cy="105211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From March revenue accumulated from month to month; This means the business is doing well as they grow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4535149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10AF6-BB2B-1ECB-F035-52725E292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1311007"/>
          </a:xfrm>
        </p:spPr>
        <p:txBody>
          <a:bodyPr>
            <a:normAutofit/>
          </a:bodyPr>
          <a:lstStyle/>
          <a:p>
            <a:r>
              <a:rPr lang="en-US" dirty="0"/>
              <a:t>DASHBOARD 1</a:t>
            </a:r>
            <a:endParaRPr lang="en-ZA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6F5DBF-659D-CB21-9A1F-D7D43C8B0B2A}"/>
              </a:ext>
            </a:extLst>
          </p:cNvPr>
          <p:cNvSpPr/>
          <p:nvPr/>
        </p:nvSpPr>
        <p:spPr>
          <a:xfrm>
            <a:off x="0" y="1134737"/>
            <a:ext cx="12192000" cy="57232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4" name="Picture 3" descr="A screenshot of a computer dashboard&#10;&#10;AI-generated content may be incorrect.">
            <a:extLst>
              <a:ext uri="{FF2B5EF4-FFF2-40B4-BE49-F238E27FC236}">
                <a16:creationId xmlns:a16="http://schemas.microsoft.com/office/drawing/2014/main" id="{316A6ADB-06FE-C836-EE3C-54A30E0DA5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134736"/>
            <a:ext cx="12192000" cy="5723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4050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1147E-468F-295A-F847-9A8D5BAB2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1188720"/>
          </a:xfrm>
        </p:spPr>
        <p:txBody>
          <a:bodyPr/>
          <a:lstStyle/>
          <a:p>
            <a:r>
              <a:rPr lang="en-US" dirty="0"/>
              <a:t>DASHBOARD 2</a:t>
            </a:r>
            <a:endParaRPr lang="en-ZA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18FF9A-F6FE-2CF2-6442-067259E5E2CD}"/>
              </a:ext>
            </a:extLst>
          </p:cNvPr>
          <p:cNvSpPr/>
          <p:nvPr/>
        </p:nvSpPr>
        <p:spPr>
          <a:xfrm>
            <a:off x="0" y="2194560"/>
            <a:ext cx="12192000" cy="456057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DSDSC</a:t>
            </a:r>
            <a:endParaRPr lang="en-ZA" dirty="0"/>
          </a:p>
        </p:txBody>
      </p:sp>
      <p:pic>
        <p:nvPicPr>
          <p:cNvPr id="5" name="Picture 4" descr="A graph on a white background&#10;&#10;AI-generated content may be incorrect.">
            <a:extLst>
              <a:ext uri="{FF2B5EF4-FFF2-40B4-BE49-F238E27FC236}">
                <a16:creationId xmlns:a16="http://schemas.microsoft.com/office/drawing/2014/main" id="{E902C8C6-2627-59FB-39ED-AB5934945F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00156"/>
            <a:ext cx="12191999" cy="435497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896D54D-2A15-FC1F-289B-F3A87C7961B1}"/>
              </a:ext>
            </a:extLst>
          </p:cNvPr>
          <p:cNvSpPr/>
          <p:nvPr/>
        </p:nvSpPr>
        <p:spPr>
          <a:xfrm>
            <a:off x="1" y="1234440"/>
            <a:ext cx="12191998" cy="53721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Timeline is tool for filtering months, date and days 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2867569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1489C-8D9B-CB6B-679A-EACA976C1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Insights </a:t>
            </a:r>
            <a:endParaRPr lang="en-Z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37E4FF-D066-DEB5-25B9-CD4F3466E6F0}"/>
              </a:ext>
            </a:extLst>
          </p:cNvPr>
          <p:cNvSpPr txBox="1"/>
          <p:nvPr/>
        </p:nvSpPr>
        <p:spPr>
          <a:xfrm>
            <a:off x="286439" y="2554591"/>
            <a:ext cx="1151262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Location Revenue Distribution 3 store locations contributed nearly equally to total revenue.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Time-of-Day Sales Pattern Sales volume by time of day (highest to lowest): Morning Afternoon Evening Night Product Contribution Coffee &amp; Tea products account for 67% of total revenue. Other items (e.g., pastries, snacks) make up the remaining 33%</a:t>
            </a:r>
            <a:endParaRPr lang="en-ZA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55127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724DB-8A50-6724-A0D3-660AE01DE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YOU!!!</a:t>
            </a:r>
            <a:endParaRPr lang="en-Z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4FF4C3-BD96-D967-06B9-8FAD4352FFD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Lindokuhle Nkambule</a:t>
            </a:r>
          </a:p>
          <a:p>
            <a:r>
              <a:rPr lang="en-US" dirty="0"/>
              <a:t>073903134</a:t>
            </a:r>
          </a:p>
          <a:p>
            <a:r>
              <a:rPr lang="en-US" dirty="0"/>
              <a:t>lindoh1313@gmail.com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80640215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offee">
      <a:dk1>
        <a:sysClr val="windowText" lastClr="000000"/>
      </a:dk1>
      <a:lt1>
        <a:sysClr val="window" lastClr="FFFFFF"/>
      </a:lt1>
      <a:dk2>
        <a:srgbClr val="4E3B30"/>
      </a:dk2>
      <a:lt2>
        <a:srgbClr val="F4EEDC"/>
      </a:lt2>
      <a:accent1>
        <a:srgbClr val="CC830E"/>
      </a:accent1>
      <a:accent2>
        <a:srgbClr val="B54C2D"/>
      </a:accent2>
      <a:accent3>
        <a:srgbClr val="99570C"/>
      </a:accent3>
      <a:accent4>
        <a:srgbClr val="C17529"/>
      </a:accent4>
      <a:accent5>
        <a:srgbClr val="A19574"/>
      </a:accent5>
      <a:accent6>
        <a:srgbClr val="A49518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REE.pptx" id="{E781C72B-3D65-4B8D-9071-33B66AF0EF30}" vid="{3A5A58F2-9BE1-435C-B12D-88FD9BF7017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{17729AA2-D5AB-4D19-A9AC-954616DEA8AF}tf12214701_win32</Template>
  <TotalTime>823</TotalTime>
  <Words>395</Words>
  <Application>Microsoft Office PowerPoint</Application>
  <PresentationFormat>Widescreen</PresentationFormat>
  <Paragraphs>45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Goudy Old Style</vt:lpstr>
      <vt:lpstr>Wingdings</vt:lpstr>
      <vt:lpstr>Wingdings 2</vt:lpstr>
      <vt:lpstr>SlateVTI</vt:lpstr>
      <vt:lpstr>Coffee-Shop Sales Analysis</vt:lpstr>
      <vt:lpstr>Data Analysis</vt:lpstr>
      <vt:lpstr>Problem statement</vt:lpstr>
      <vt:lpstr>Technology used</vt:lpstr>
      <vt:lpstr>Project planning with Mira</vt:lpstr>
      <vt:lpstr>Raw data set before ETL on Snowflakes, 11 columns </vt:lpstr>
      <vt:lpstr>ETL-SQL query to extract data from database schema and table</vt:lpstr>
      <vt:lpstr>Extracted, cleaned and modelled data set after SQL, loaded to excel csv, 16 Columns </vt:lpstr>
      <vt:lpstr>Pivot tables and Graphs</vt:lpstr>
      <vt:lpstr>Populating month with the highest total Revenue</vt:lpstr>
      <vt:lpstr>DASHBOARD 1</vt:lpstr>
      <vt:lpstr>DASHBOARD 2</vt:lpstr>
      <vt:lpstr>Insights </vt:lpstr>
      <vt:lpstr>THANK YOU!!!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Lindokuhle Nkambule</dc:creator>
  <cp:lastModifiedBy>Lindokuhle Nkambule</cp:lastModifiedBy>
  <cp:revision>1</cp:revision>
  <dcterms:created xsi:type="dcterms:W3CDTF">2025-10-30T12:47:04Z</dcterms:created>
  <dcterms:modified xsi:type="dcterms:W3CDTF">2025-11-01T18:53:39Z</dcterms:modified>
</cp:coreProperties>
</file>